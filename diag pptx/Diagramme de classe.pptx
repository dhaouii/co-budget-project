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</p:sldIdLst>
  <p:sldSz cx="7556500" cy="10693400"/>
  <p:notesSz cx="7556500" cy="106934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91"/>
    <p:restoredTop sz="94646"/>
  </p:normalViewPr>
  <p:slideViewPr>
    <p:cSldViewPr>
      <p:cViewPr>
        <p:scale>
          <a:sx n="110" d="100"/>
          <a:sy n="110" d="100"/>
        </p:scale>
        <p:origin x="2168" y="-2688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67213" y="3314954"/>
            <a:ext cx="6428422" cy="224561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134427" y="5988304"/>
            <a:ext cx="5293995" cy="2673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9CA3AF"/>
                </a:solidFill>
                <a:latin typeface="Lucida Sans Unicode"/>
                <a:cs typeface="Lucida Sans Unicode"/>
              </a:defRPr>
            </a:lvl1pPr>
          </a:lstStyle>
          <a:p>
            <a:pPr marL="24765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40" dirty="0"/>
              <a:t>‹#›</a:t>
            </a:fld>
            <a:r>
              <a:rPr spc="-40" dirty="0"/>
              <a:t> </a:t>
            </a:r>
            <a:r>
              <a:rPr spc="-50" dirty="0"/>
              <a:t>/</a:t>
            </a:r>
            <a:r>
              <a:rPr spc="-40" dirty="0"/>
              <a:t> </a:t>
            </a:r>
            <a:r>
              <a:rPr spc="-50" dirty="0"/>
              <a:t>2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9CA3AF"/>
                </a:solidFill>
                <a:latin typeface="Lucida Sans Unicode"/>
                <a:cs typeface="Lucida Sans Unicode"/>
              </a:defRPr>
            </a:lvl1pPr>
          </a:lstStyle>
          <a:p>
            <a:pPr marL="24765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40" dirty="0"/>
              <a:t>‹#›</a:t>
            </a:fld>
            <a:r>
              <a:rPr spc="-40" dirty="0"/>
              <a:t> </a:t>
            </a:r>
            <a:r>
              <a:rPr spc="-50" dirty="0"/>
              <a:t>/</a:t>
            </a:r>
            <a:r>
              <a:rPr spc="-40" dirty="0"/>
              <a:t> </a:t>
            </a:r>
            <a:r>
              <a:rPr spc="-50" dirty="0"/>
              <a:t>2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378142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3894867" y="2459482"/>
            <a:ext cx="3289839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9CA3AF"/>
                </a:solidFill>
                <a:latin typeface="Lucida Sans Unicode"/>
                <a:cs typeface="Lucida Sans Unicode"/>
              </a:defRPr>
            </a:lvl1pPr>
          </a:lstStyle>
          <a:p>
            <a:pPr marL="24765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40" dirty="0"/>
              <a:t>‹#›</a:t>
            </a:fld>
            <a:r>
              <a:rPr spc="-40" dirty="0"/>
              <a:t> </a:t>
            </a:r>
            <a:r>
              <a:rPr spc="-50" dirty="0"/>
              <a:t>/</a:t>
            </a:r>
            <a:r>
              <a:rPr spc="-40" dirty="0"/>
              <a:t> </a:t>
            </a:r>
            <a:r>
              <a:rPr spc="-50" dirty="0"/>
              <a:t>2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9CA3AF"/>
                </a:solidFill>
                <a:latin typeface="Lucida Sans Unicode"/>
                <a:cs typeface="Lucida Sans Unicode"/>
              </a:defRPr>
            </a:lvl1pPr>
          </a:lstStyle>
          <a:p>
            <a:pPr marL="24765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40" dirty="0"/>
              <a:t>‹#›</a:t>
            </a:fld>
            <a:r>
              <a:rPr spc="-40" dirty="0"/>
              <a:t> </a:t>
            </a:r>
            <a:r>
              <a:rPr spc="-50" dirty="0"/>
              <a:t>/</a:t>
            </a:r>
            <a:r>
              <a:rPr spc="-40" dirty="0"/>
              <a:t> </a:t>
            </a:r>
            <a:r>
              <a:rPr spc="-50" dirty="0"/>
              <a:t>2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800" b="0" i="0">
                <a:solidFill>
                  <a:srgbClr val="9CA3AF"/>
                </a:solidFill>
                <a:latin typeface="Lucida Sans Unicode"/>
                <a:cs typeface="Lucida Sans Unicode"/>
              </a:defRPr>
            </a:lvl1pPr>
          </a:lstStyle>
          <a:p>
            <a:pPr marL="24765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40" dirty="0"/>
              <a:t>‹#›</a:t>
            </a:fld>
            <a:r>
              <a:rPr spc="-40" dirty="0"/>
              <a:t> </a:t>
            </a:r>
            <a:r>
              <a:rPr spc="-50" dirty="0"/>
              <a:t>/</a:t>
            </a:r>
            <a:r>
              <a:rPr spc="-40" dirty="0"/>
              <a:t> </a:t>
            </a:r>
            <a:r>
              <a:rPr spc="-50" dirty="0"/>
              <a:t>2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78142" y="427736"/>
            <a:ext cx="6806565" cy="17109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78142" y="2459482"/>
            <a:ext cx="6806565" cy="705764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2571369" y="9944862"/>
            <a:ext cx="2420112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378142" y="9944862"/>
            <a:ext cx="1739455" cy="5346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6/2/26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3645125" y="10318619"/>
            <a:ext cx="257810" cy="1676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800" b="0" i="0">
                <a:solidFill>
                  <a:srgbClr val="9CA3AF"/>
                </a:solidFill>
                <a:latin typeface="Lucida Sans Unicode"/>
                <a:cs typeface="Lucida Sans Unicode"/>
              </a:defRPr>
            </a:lvl1pPr>
          </a:lstStyle>
          <a:p>
            <a:pPr marL="24765">
              <a:lnSpc>
                <a:spcPct val="100000"/>
              </a:lnSpc>
              <a:spcBef>
                <a:spcPts val="140"/>
              </a:spcBef>
            </a:pPr>
            <a:fld id="{81D60167-4931-47E6-BA6A-407CBD079E47}" type="slidenum">
              <a:rPr spc="-40" dirty="0"/>
              <a:t>‹#›</a:t>
            </a:fld>
            <a:r>
              <a:rPr spc="-40" dirty="0"/>
              <a:t> </a:t>
            </a:r>
            <a:r>
              <a:rPr spc="-50" dirty="0"/>
              <a:t>/</a:t>
            </a:r>
            <a:r>
              <a:rPr spc="-40" dirty="0"/>
              <a:t> </a:t>
            </a:r>
            <a:r>
              <a:rPr spc="-50" dirty="0"/>
              <a:t>2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1" y="0"/>
            <a:ext cx="7556499" cy="10939650"/>
          </a:xfrm>
          <a:custGeom>
            <a:avLst/>
            <a:gdLst/>
            <a:ahLst/>
            <a:cxnLst/>
            <a:rect l="l" t="t" r="r" b="b"/>
            <a:pathLst>
              <a:path w="7560309" h="10692130">
                <a:moveTo>
                  <a:pt x="0" y="10692000"/>
                </a:moveTo>
                <a:lnTo>
                  <a:pt x="7560000" y="10692000"/>
                </a:lnTo>
                <a:lnTo>
                  <a:pt x="7560000" y="0"/>
                </a:lnTo>
                <a:lnTo>
                  <a:pt x="0" y="0"/>
                </a:lnTo>
                <a:lnTo>
                  <a:pt x="0" y="10692000"/>
                </a:lnTo>
                <a:close/>
              </a:path>
            </a:pathLst>
          </a:custGeom>
          <a:solidFill>
            <a:srgbClr val="F6F7F9"/>
          </a:solidFill>
        </p:spPr>
        <p:txBody>
          <a:bodyPr wrap="square" lIns="0" tIns="0" rIns="0" bIns="0" rtlCol="0"/>
          <a:lstStyle/>
          <a:p>
            <a:pPr algn="l" rtl="0"/>
            <a:endParaRPr dirty="0"/>
          </a:p>
        </p:txBody>
      </p:sp>
      <p:sp>
        <p:nvSpPr>
          <p:cNvPr id="3" name="object 3"/>
          <p:cNvSpPr/>
          <p:nvPr/>
        </p:nvSpPr>
        <p:spPr>
          <a:xfrm>
            <a:off x="182879" y="10493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82879" y="10265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182879" y="10036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82879" y="9808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82879" y="9579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82879" y="9350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82879" y="9122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82879" y="8893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82879" y="8665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/>
          <p:nvPr/>
        </p:nvSpPr>
        <p:spPr>
          <a:xfrm>
            <a:off x="182879" y="8436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" name="object 13"/>
          <p:cNvSpPr/>
          <p:nvPr/>
        </p:nvSpPr>
        <p:spPr>
          <a:xfrm>
            <a:off x="182879" y="8207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" name="object 14"/>
          <p:cNvSpPr/>
          <p:nvPr/>
        </p:nvSpPr>
        <p:spPr>
          <a:xfrm>
            <a:off x="182879" y="7979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/>
          <p:nvPr/>
        </p:nvSpPr>
        <p:spPr>
          <a:xfrm>
            <a:off x="182879" y="7750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" name="object 16"/>
          <p:cNvSpPr/>
          <p:nvPr/>
        </p:nvSpPr>
        <p:spPr>
          <a:xfrm>
            <a:off x="182879" y="7522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object 17"/>
          <p:cNvSpPr/>
          <p:nvPr/>
        </p:nvSpPr>
        <p:spPr>
          <a:xfrm>
            <a:off x="182879" y="7293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object 18"/>
          <p:cNvSpPr/>
          <p:nvPr/>
        </p:nvSpPr>
        <p:spPr>
          <a:xfrm>
            <a:off x="182879" y="7064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" name="object 19"/>
          <p:cNvSpPr/>
          <p:nvPr/>
        </p:nvSpPr>
        <p:spPr>
          <a:xfrm>
            <a:off x="182879" y="6836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" name="object 20"/>
          <p:cNvSpPr/>
          <p:nvPr/>
        </p:nvSpPr>
        <p:spPr>
          <a:xfrm>
            <a:off x="182879" y="6607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/>
          <p:nvPr/>
        </p:nvSpPr>
        <p:spPr>
          <a:xfrm>
            <a:off x="182879" y="6379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" name="object 22"/>
          <p:cNvSpPr/>
          <p:nvPr/>
        </p:nvSpPr>
        <p:spPr>
          <a:xfrm>
            <a:off x="182879" y="6150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" name="object 23"/>
          <p:cNvSpPr/>
          <p:nvPr/>
        </p:nvSpPr>
        <p:spPr>
          <a:xfrm>
            <a:off x="182879" y="5921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" name="object 24"/>
          <p:cNvSpPr/>
          <p:nvPr/>
        </p:nvSpPr>
        <p:spPr>
          <a:xfrm>
            <a:off x="182879" y="5693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" name="object 25"/>
          <p:cNvSpPr/>
          <p:nvPr/>
        </p:nvSpPr>
        <p:spPr>
          <a:xfrm>
            <a:off x="182879" y="5464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" name="object 26"/>
          <p:cNvSpPr/>
          <p:nvPr/>
        </p:nvSpPr>
        <p:spPr>
          <a:xfrm>
            <a:off x="182879" y="5236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" name="object 27"/>
          <p:cNvSpPr/>
          <p:nvPr/>
        </p:nvSpPr>
        <p:spPr>
          <a:xfrm>
            <a:off x="182879" y="5007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" name="object 28"/>
          <p:cNvSpPr/>
          <p:nvPr/>
        </p:nvSpPr>
        <p:spPr>
          <a:xfrm>
            <a:off x="182879" y="4778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" name="object 29"/>
          <p:cNvSpPr/>
          <p:nvPr/>
        </p:nvSpPr>
        <p:spPr>
          <a:xfrm>
            <a:off x="182879" y="4550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" name="object 30"/>
          <p:cNvSpPr/>
          <p:nvPr/>
        </p:nvSpPr>
        <p:spPr>
          <a:xfrm>
            <a:off x="182879" y="4321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" name="object 31"/>
          <p:cNvSpPr/>
          <p:nvPr/>
        </p:nvSpPr>
        <p:spPr>
          <a:xfrm>
            <a:off x="182879" y="4093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" name="object 32"/>
          <p:cNvSpPr/>
          <p:nvPr/>
        </p:nvSpPr>
        <p:spPr>
          <a:xfrm>
            <a:off x="182879" y="3864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" name="object 33"/>
          <p:cNvSpPr/>
          <p:nvPr/>
        </p:nvSpPr>
        <p:spPr>
          <a:xfrm>
            <a:off x="182879" y="3635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" name="object 34"/>
          <p:cNvSpPr/>
          <p:nvPr/>
        </p:nvSpPr>
        <p:spPr>
          <a:xfrm>
            <a:off x="182879" y="3407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" name="object 35"/>
          <p:cNvSpPr/>
          <p:nvPr/>
        </p:nvSpPr>
        <p:spPr>
          <a:xfrm>
            <a:off x="182879" y="3178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" name="object 36"/>
          <p:cNvSpPr/>
          <p:nvPr/>
        </p:nvSpPr>
        <p:spPr>
          <a:xfrm>
            <a:off x="182879" y="2950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" name="object 37"/>
          <p:cNvSpPr/>
          <p:nvPr/>
        </p:nvSpPr>
        <p:spPr>
          <a:xfrm>
            <a:off x="182879" y="2721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" name="object 38"/>
          <p:cNvSpPr/>
          <p:nvPr/>
        </p:nvSpPr>
        <p:spPr>
          <a:xfrm>
            <a:off x="182879" y="2492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" name="object 39"/>
          <p:cNvSpPr/>
          <p:nvPr/>
        </p:nvSpPr>
        <p:spPr>
          <a:xfrm>
            <a:off x="182879" y="2264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" name="object 40"/>
          <p:cNvSpPr/>
          <p:nvPr/>
        </p:nvSpPr>
        <p:spPr>
          <a:xfrm>
            <a:off x="182879" y="2035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" name="object 41"/>
          <p:cNvSpPr/>
          <p:nvPr/>
        </p:nvSpPr>
        <p:spPr>
          <a:xfrm>
            <a:off x="182879" y="1807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" name="object 42"/>
          <p:cNvSpPr/>
          <p:nvPr/>
        </p:nvSpPr>
        <p:spPr>
          <a:xfrm>
            <a:off x="182879" y="1578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" name="object 43"/>
          <p:cNvSpPr/>
          <p:nvPr/>
        </p:nvSpPr>
        <p:spPr>
          <a:xfrm>
            <a:off x="182879" y="1349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" name="object 44"/>
          <p:cNvSpPr/>
          <p:nvPr/>
        </p:nvSpPr>
        <p:spPr>
          <a:xfrm>
            <a:off x="182879" y="1121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" name="object 45"/>
          <p:cNvSpPr/>
          <p:nvPr/>
        </p:nvSpPr>
        <p:spPr>
          <a:xfrm>
            <a:off x="182879" y="892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46"/>
          <p:cNvSpPr/>
          <p:nvPr/>
        </p:nvSpPr>
        <p:spPr>
          <a:xfrm>
            <a:off x="182879" y="664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" name="object 47"/>
          <p:cNvSpPr/>
          <p:nvPr/>
        </p:nvSpPr>
        <p:spPr>
          <a:xfrm>
            <a:off x="182879" y="435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" name="object 48"/>
          <p:cNvSpPr/>
          <p:nvPr/>
        </p:nvSpPr>
        <p:spPr>
          <a:xfrm>
            <a:off x="182879" y="206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49"/>
          <p:cNvSpPr/>
          <p:nvPr/>
        </p:nvSpPr>
        <p:spPr>
          <a:xfrm>
            <a:off x="411480" y="10493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50"/>
          <p:cNvSpPr/>
          <p:nvPr/>
        </p:nvSpPr>
        <p:spPr>
          <a:xfrm>
            <a:off x="411480" y="10265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51"/>
          <p:cNvSpPr/>
          <p:nvPr/>
        </p:nvSpPr>
        <p:spPr>
          <a:xfrm>
            <a:off x="411480" y="10036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52"/>
          <p:cNvSpPr/>
          <p:nvPr/>
        </p:nvSpPr>
        <p:spPr>
          <a:xfrm>
            <a:off x="411480" y="9808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53"/>
          <p:cNvSpPr/>
          <p:nvPr/>
        </p:nvSpPr>
        <p:spPr>
          <a:xfrm>
            <a:off x="411480" y="9579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54"/>
          <p:cNvSpPr/>
          <p:nvPr/>
        </p:nvSpPr>
        <p:spPr>
          <a:xfrm>
            <a:off x="411480" y="9350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55"/>
          <p:cNvSpPr/>
          <p:nvPr/>
        </p:nvSpPr>
        <p:spPr>
          <a:xfrm>
            <a:off x="411480" y="9122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" name="object 56"/>
          <p:cNvSpPr/>
          <p:nvPr/>
        </p:nvSpPr>
        <p:spPr>
          <a:xfrm>
            <a:off x="411480" y="8893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" name="object 57"/>
          <p:cNvSpPr/>
          <p:nvPr/>
        </p:nvSpPr>
        <p:spPr>
          <a:xfrm>
            <a:off x="411480" y="8665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" name="object 58"/>
          <p:cNvSpPr/>
          <p:nvPr/>
        </p:nvSpPr>
        <p:spPr>
          <a:xfrm>
            <a:off x="411480" y="8436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" name="object 59"/>
          <p:cNvSpPr/>
          <p:nvPr/>
        </p:nvSpPr>
        <p:spPr>
          <a:xfrm>
            <a:off x="411480" y="8207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" name="object 60"/>
          <p:cNvSpPr/>
          <p:nvPr/>
        </p:nvSpPr>
        <p:spPr>
          <a:xfrm>
            <a:off x="411480" y="7979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" name="object 61"/>
          <p:cNvSpPr/>
          <p:nvPr/>
        </p:nvSpPr>
        <p:spPr>
          <a:xfrm>
            <a:off x="411480" y="7750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" name="object 62"/>
          <p:cNvSpPr/>
          <p:nvPr/>
        </p:nvSpPr>
        <p:spPr>
          <a:xfrm>
            <a:off x="411480" y="7522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" name="object 63"/>
          <p:cNvSpPr/>
          <p:nvPr/>
        </p:nvSpPr>
        <p:spPr>
          <a:xfrm>
            <a:off x="411480" y="7293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" name="object 64"/>
          <p:cNvSpPr/>
          <p:nvPr/>
        </p:nvSpPr>
        <p:spPr>
          <a:xfrm>
            <a:off x="411480" y="7064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" name="object 65"/>
          <p:cNvSpPr/>
          <p:nvPr/>
        </p:nvSpPr>
        <p:spPr>
          <a:xfrm>
            <a:off x="411480" y="6836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" name="object 66"/>
          <p:cNvSpPr/>
          <p:nvPr/>
        </p:nvSpPr>
        <p:spPr>
          <a:xfrm>
            <a:off x="411480" y="6607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" name="object 67"/>
          <p:cNvSpPr/>
          <p:nvPr/>
        </p:nvSpPr>
        <p:spPr>
          <a:xfrm>
            <a:off x="411480" y="6379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" name="object 68"/>
          <p:cNvSpPr/>
          <p:nvPr/>
        </p:nvSpPr>
        <p:spPr>
          <a:xfrm>
            <a:off x="411480" y="6150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" name="object 69"/>
          <p:cNvSpPr/>
          <p:nvPr/>
        </p:nvSpPr>
        <p:spPr>
          <a:xfrm>
            <a:off x="411480" y="5921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" name="object 70"/>
          <p:cNvSpPr/>
          <p:nvPr/>
        </p:nvSpPr>
        <p:spPr>
          <a:xfrm>
            <a:off x="411480" y="5693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" name="object 71"/>
          <p:cNvSpPr/>
          <p:nvPr/>
        </p:nvSpPr>
        <p:spPr>
          <a:xfrm>
            <a:off x="411480" y="5464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" name="object 72"/>
          <p:cNvSpPr/>
          <p:nvPr/>
        </p:nvSpPr>
        <p:spPr>
          <a:xfrm>
            <a:off x="411480" y="5236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" name="object 73"/>
          <p:cNvSpPr/>
          <p:nvPr/>
        </p:nvSpPr>
        <p:spPr>
          <a:xfrm>
            <a:off x="411480" y="5007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" name="object 74"/>
          <p:cNvSpPr/>
          <p:nvPr/>
        </p:nvSpPr>
        <p:spPr>
          <a:xfrm>
            <a:off x="411480" y="4778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" name="object 75"/>
          <p:cNvSpPr/>
          <p:nvPr/>
        </p:nvSpPr>
        <p:spPr>
          <a:xfrm>
            <a:off x="411480" y="4550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" name="object 76"/>
          <p:cNvSpPr/>
          <p:nvPr/>
        </p:nvSpPr>
        <p:spPr>
          <a:xfrm>
            <a:off x="411480" y="4321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" name="object 77"/>
          <p:cNvSpPr/>
          <p:nvPr/>
        </p:nvSpPr>
        <p:spPr>
          <a:xfrm>
            <a:off x="411480" y="4093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" name="object 78"/>
          <p:cNvSpPr/>
          <p:nvPr/>
        </p:nvSpPr>
        <p:spPr>
          <a:xfrm>
            <a:off x="411480" y="3864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" name="object 79"/>
          <p:cNvSpPr/>
          <p:nvPr/>
        </p:nvSpPr>
        <p:spPr>
          <a:xfrm>
            <a:off x="411480" y="3635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" name="object 80"/>
          <p:cNvSpPr/>
          <p:nvPr/>
        </p:nvSpPr>
        <p:spPr>
          <a:xfrm>
            <a:off x="411480" y="3407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" name="object 81"/>
          <p:cNvSpPr/>
          <p:nvPr/>
        </p:nvSpPr>
        <p:spPr>
          <a:xfrm>
            <a:off x="411480" y="3178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" name="object 82"/>
          <p:cNvSpPr/>
          <p:nvPr/>
        </p:nvSpPr>
        <p:spPr>
          <a:xfrm>
            <a:off x="411480" y="2950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" name="object 83"/>
          <p:cNvSpPr/>
          <p:nvPr/>
        </p:nvSpPr>
        <p:spPr>
          <a:xfrm>
            <a:off x="411480" y="2721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" name="object 84"/>
          <p:cNvSpPr/>
          <p:nvPr/>
        </p:nvSpPr>
        <p:spPr>
          <a:xfrm>
            <a:off x="411480" y="2492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" name="object 85"/>
          <p:cNvSpPr/>
          <p:nvPr/>
        </p:nvSpPr>
        <p:spPr>
          <a:xfrm>
            <a:off x="411480" y="2264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" name="object 86"/>
          <p:cNvSpPr/>
          <p:nvPr/>
        </p:nvSpPr>
        <p:spPr>
          <a:xfrm>
            <a:off x="411480" y="2035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" name="object 87"/>
          <p:cNvSpPr/>
          <p:nvPr/>
        </p:nvSpPr>
        <p:spPr>
          <a:xfrm>
            <a:off x="411480" y="1807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" name="object 88"/>
          <p:cNvSpPr/>
          <p:nvPr/>
        </p:nvSpPr>
        <p:spPr>
          <a:xfrm>
            <a:off x="411480" y="1578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" name="object 89"/>
          <p:cNvSpPr/>
          <p:nvPr/>
        </p:nvSpPr>
        <p:spPr>
          <a:xfrm>
            <a:off x="411480" y="1349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" name="object 90"/>
          <p:cNvSpPr/>
          <p:nvPr/>
        </p:nvSpPr>
        <p:spPr>
          <a:xfrm>
            <a:off x="411480" y="1121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" name="object 91"/>
          <p:cNvSpPr/>
          <p:nvPr/>
        </p:nvSpPr>
        <p:spPr>
          <a:xfrm>
            <a:off x="411480" y="892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" name="object 92"/>
          <p:cNvSpPr/>
          <p:nvPr/>
        </p:nvSpPr>
        <p:spPr>
          <a:xfrm>
            <a:off x="411480" y="664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" name="object 93"/>
          <p:cNvSpPr/>
          <p:nvPr/>
        </p:nvSpPr>
        <p:spPr>
          <a:xfrm>
            <a:off x="411480" y="435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" name="object 94"/>
          <p:cNvSpPr/>
          <p:nvPr/>
        </p:nvSpPr>
        <p:spPr>
          <a:xfrm>
            <a:off x="411480" y="206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" name="object 95"/>
          <p:cNvSpPr/>
          <p:nvPr/>
        </p:nvSpPr>
        <p:spPr>
          <a:xfrm>
            <a:off x="640080" y="10493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" name="object 96"/>
          <p:cNvSpPr/>
          <p:nvPr/>
        </p:nvSpPr>
        <p:spPr>
          <a:xfrm>
            <a:off x="640080" y="10265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" name="object 97"/>
          <p:cNvSpPr/>
          <p:nvPr/>
        </p:nvSpPr>
        <p:spPr>
          <a:xfrm>
            <a:off x="640080" y="10036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" name="object 98"/>
          <p:cNvSpPr/>
          <p:nvPr/>
        </p:nvSpPr>
        <p:spPr>
          <a:xfrm>
            <a:off x="640080" y="9808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" name="object 99"/>
          <p:cNvSpPr/>
          <p:nvPr/>
        </p:nvSpPr>
        <p:spPr>
          <a:xfrm>
            <a:off x="640080" y="9579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" name="object 100"/>
          <p:cNvSpPr/>
          <p:nvPr/>
        </p:nvSpPr>
        <p:spPr>
          <a:xfrm>
            <a:off x="640080" y="9350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" name="object 101"/>
          <p:cNvSpPr/>
          <p:nvPr/>
        </p:nvSpPr>
        <p:spPr>
          <a:xfrm>
            <a:off x="640080" y="9122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" name="object 102"/>
          <p:cNvSpPr/>
          <p:nvPr/>
        </p:nvSpPr>
        <p:spPr>
          <a:xfrm>
            <a:off x="640080" y="8893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" name="object 103"/>
          <p:cNvSpPr/>
          <p:nvPr/>
        </p:nvSpPr>
        <p:spPr>
          <a:xfrm>
            <a:off x="640080" y="8665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" name="object 104"/>
          <p:cNvSpPr/>
          <p:nvPr/>
        </p:nvSpPr>
        <p:spPr>
          <a:xfrm>
            <a:off x="640080" y="8436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" name="object 105"/>
          <p:cNvSpPr/>
          <p:nvPr/>
        </p:nvSpPr>
        <p:spPr>
          <a:xfrm>
            <a:off x="640080" y="8207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" name="object 106"/>
          <p:cNvSpPr/>
          <p:nvPr/>
        </p:nvSpPr>
        <p:spPr>
          <a:xfrm>
            <a:off x="640080" y="7979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" name="object 107"/>
          <p:cNvSpPr/>
          <p:nvPr/>
        </p:nvSpPr>
        <p:spPr>
          <a:xfrm>
            <a:off x="640080" y="7750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" name="object 108"/>
          <p:cNvSpPr/>
          <p:nvPr/>
        </p:nvSpPr>
        <p:spPr>
          <a:xfrm>
            <a:off x="640080" y="7522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" name="object 109"/>
          <p:cNvSpPr/>
          <p:nvPr/>
        </p:nvSpPr>
        <p:spPr>
          <a:xfrm>
            <a:off x="640080" y="7293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" name="object 110"/>
          <p:cNvSpPr/>
          <p:nvPr/>
        </p:nvSpPr>
        <p:spPr>
          <a:xfrm>
            <a:off x="640080" y="7064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" name="object 111"/>
          <p:cNvSpPr/>
          <p:nvPr/>
        </p:nvSpPr>
        <p:spPr>
          <a:xfrm>
            <a:off x="640080" y="6836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" name="object 112"/>
          <p:cNvSpPr/>
          <p:nvPr/>
        </p:nvSpPr>
        <p:spPr>
          <a:xfrm>
            <a:off x="640080" y="6607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" name="object 113"/>
          <p:cNvSpPr/>
          <p:nvPr/>
        </p:nvSpPr>
        <p:spPr>
          <a:xfrm>
            <a:off x="640080" y="6379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" name="object 114"/>
          <p:cNvSpPr/>
          <p:nvPr/>
        </p:nvSpPr>
        <p:spPr>
          <a:xfrm>
            <a:off x="640080" y="6150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" name="object 115"/>
          <p:cNvSpPr/>
          <p:nvPr/>
        </p:nvSpPr>
        <p:spPr>
          <a:xfrm>
            <a:off x="640080" y="5921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" name="object 116"/>
          <p:cNvSpPr/>
          <p:nvPr/>
        </p:nvSpPr>
        <p:spPr>
          <a:xfrm>
            <a:off x="640080" y="5693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" name="object 117"/>
          <p:cNvSpPr/>
          <p:nvPr/>
        </p:nvSpPr>
        <p:spPr>
          <a:xfrm>
            <a:off x="640080" y="5464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" name="object 118"/>
          <p:cNvSpPr/>
          <p:nvPr/>
        </p:nvSpPr>
        <p:spPr>
          <a:xfrm>
            <a:off x="640080" y="5236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" name="object 119"/>
          <p:cNvSpPr/>
          <p:nvPr/>
        </p:nvSpPr>
        <p:spPr>
          <a:xfrm>
            <a:off x="640080" y="5007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" name="object 120"/>
          <p:cNvSpPr/>
          <p:nvPr/>
        </p:nvSpPr>
        <p:spPr>
          <a:xfrm>
            <a:off x="640080" y="4778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" name="object 121"/>
          <p:cNvSpPr/>
          <p:nvPr/>
        </p:nvSpPr>
        <p:spPr>
          <a:xfrm>
            <a:off x="640080" y="4550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" name="object 122"/>
          <p:cNvSpPr/>
          <p:nvPr/>
        </p:nvSpPr>
        <p:spPr>
          <a:xfrm>
            <a:off x="640080" y="4321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" name="object 123"/>
          <p:cNvSpPr/>
          <p:nvPr/>
        </p:nvSpPr>
        <p:spPr>
          <a:xfrm>
            <a:off x="640080" y="4093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" name="object 124"/>
          <p:cNvSpPr/>
          <p:nvPr/>
        </p:nvSpPr>
        <p:spPr>
          <a:xfrm>
            <a:off x="640080" y="3864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" name="object 125"/>
          <p:cNvSpPr/>
          <p:nvPr/>
        </p:nvSpPr>
        <p:spPr>
          <a:xfrm>
            <a:off x="640080" y="3635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" name="object 126"/>
          <p:cNvSpPr/>
          <p:nvPr/>
        </p:nvSpPr>
        <p:spPr>
          <a:xfrm>
            <a:off x="640080" y="3407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" name="object 127"/>
          <p:cNvSpPr/>
          <p:nvPr/>
        </p:nvSpPr>
        <p:spPr>
          <a:xfrm>
            <a:off x="640080" y="3178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" name="object 128"/>
          <p:cNvSpPr/>
          <p:nvPr/>
        </p:nvSpPr>
        <p:spPr>
          <a:xfrm>
            <a:off x="640080" y="2950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" name="object 129"/>
          <p:cNvSpPr/>
          <p:nvPr/>
        </p:nvSpPr>
        <p:spPr>
          <a:xfrm>
            <a:off x="640080" y="2721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" name="object 130"/>
          <p:cNvSpPr/>
          <p:nvPr/>
        </p:nvSpPr>
        <p:spPr>
          <a:xfrm>
            <a:off x="640080" y="2492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" name="object 131"/>
          <p:cNvSpPr/>
          <p:nvPr/>
        </p:nvSpPr>
        <p:spPr>
          <a:xfrm>
            <a:off x="640080" y="2264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" name="object 132"/>
          <p:cNvSpPr/>
          <p:nvPr/>
        </p:nvSpPr>
        <p:spPr>
          <a:xfrm>
            <a:off x="640080" y="2035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" name="object 133"/>
          <p:cNvSpPr/>
          <p:nvPr/>
        </p:nvSpPr>
        <p:spPr>
          <a:xfrm>
            <a:off x="640080" y="1807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" name="object 134"/>
          <p:cNvSpPr/>
          <p:nvPr/>
        </p:nvSpPr>
        <p:spPr>
          <a:xfrm>
            <a:off x="640080" y="1578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" name="object 135"/>
          <p:cNvSpPr/>
          <p:nvPr/>
        </p:nvSpPr>
        <p:spPr>
          <a:xfrm>
            <a:off x="640080" y="1349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" name="object 136"/>
          <p:cNvSpPr/>
          <p:nvPr/>
        </p:nvSpPr>
        <p:spPr>
          <a:xfrm>
            <a:off x="640080" y="1121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" name="object 137"/>
          <p:cNvSpPr/>
          <p:nvPr/>
        </p:nvSpPr>
        <p:spPr>
          <a:xfrm>
            <a:off x="640080" y="892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" name="object 138"/>
          <p:cNvSpPr/>
          <p:nvPr/>
        </p:nvSpPr>
        <p:spPr>
          <a:xfrm>
            <a:off x="640080" y="664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" name="object 139"/>
          <p:cNvSpPr/>
          <p:nvPr/>
        </p:nvSpPr>
        <p:spPr>
          <a:xfrm>
            <a:off x="640080" y="435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" name="object 140"/>
          <p:cNvSpPr/>
          <p:nvPr/>
        </p:nvSpPr>
        <p:spPr>
          <a:xfrm>
            <a:off x="640080" y="206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" name="object 141"/>
          <p:cNvSpPr/>
          <p:nvPr/>
        </p:nvSpPr>
        <p:spPr>
          <a:xfrm>
            <a:off x="868680" y="10493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" name="object 142"/>
          <p:cNvSpPr/>
          <p:nvPr/>
        </p:nvSpPr>
        <p:spPr>
          <a:xfrm>
            <a:off x="868680" y="10265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" name="object 143"/>
          <p:cNvSpPr/>
          <p:nvPr/>
        </p:nvSpPr>
        <p:spPr>
          <a:xfrm>
            <a:off x="868680" y="10036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" name="object 144"/>
          <p:cNvSpPr/>
          <p:nvPr/>
        </p:nvSpPr>
        <p:spPr>
          <a:xfrm>
            <a:off x="868680" y="9808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" name="object 145"/>
          <p:cNvSpPr/>
          <p:nvPr/>
        </p:nvSpPr>
        <p:spPr>
          <a:xfrm>
            <a:off x="868680" y="9579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" name="object 146"/>
          <p:cNvSpPr/>
          <p:nvPr/>
        </p:nvSpPr>
        <p:spPr>
          <a:xfrm>
            <a:off x="868680" y="9350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" name="object 147"/>
          <p:cNvSpPr/>
          <p:nvPr/>
        </p:nvSpPr>
        <p:spPr>
          <a:xfrm>
            <a:off x="868680" y="9122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8" name="object 148"/>
          <p:cNvSpPr/>
          <p:nvPr/>
        </p:nvSpPr>
        <p:spPr>
          <a:xfrm>
            <a:off x="868680" y="8893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9" name="object 149"/>
          <p:cNvSpPr/>
          <p:nvPr/>
        </p:nvSpPr>
        <p:spPr>
          <a:xfrm>
            <a:off x="868680" y="8665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" name="object 150"/>
          <p:cNvSpPr/>
          <p:nvPr/>
        </p:nvSpPr>
        <p:spPr>
          <a:xfrm>
            <a:off x="868680" y="8436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1" name="object 151"/>
          <p:cNvSpPr/>
          <p:nvPr/>
        </p:nvSpPr>
        <p:spPr>
          <a:xfrm>
            <a:off x="868680" y="8207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2" name="object 152"/>
          <p:cNvSpPr/>
          <p:nvPr/>
        </p:nvSpPr>
        <p:spPr>
          <a:xfrm>
            <a:off x="868680" y="7979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3" name="object 153"/>
          <p:cNvSpPr/>
          <p:nvPr/>
        </p:nvSpPr>
        <p:spPr>
          <a:xfrm>
            <a:off x="868680" y="7750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4" name="object 154"/>
          <p:cNvSpPr/>
          <p:nvPr/>
        </p:nvSpPr>
        <p:spPr>
          <a:xfrm>
            <a:off x="868680" y="7522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" name="object 155"/>
          <p:cNvSpPr/>
          <p:nvPr/>
        </p:nvSpPr>
        <p:spPr>
          <a:xfrm>
            <a:off x="868680" y="7293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6" name="object 156"/>
          <p:cNvSpPr/>
          <p:nvPr/>
        </p:nvSpPr>
        <p:spPr>
          <a:xfrm>
            <a:off x="868680" y="7064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7" name="object 157"/>
          <p:cNvSpPr/>
          <p:nvPr/>
        </p:nvSpPr>
        <p:spPr>
          <a:xfrm>
            <a:off x="868680" y="6836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8" name="object 158"/>
          <p:cNvSpPr/>
          <p:nvPr/>
        </p:nvSpPr>
        <p:spPr>
          <a:xfrm>
            <a:off x="868680" y="6607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9" name="object 159"/>
          <p:cNvSpPr/>
          <p:nvPr/>
        </p:nvSpPr>
        <p:spPr>
          <a:xfrm>
            <a:off x="868680" y="6379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0" name="object 160"/>
          <p:cNvSpPr/>
          <p:nvPr/>
        </p:nvSpPr>
        <p:spPr>
          <a:xfrm>
            <a:off x="868680" y="6150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1" name="object 161"/>
          <p:cNvSpPr/>
          <p:nvPr/>
        </p:nvSpPr>
        <p:spPr>
          <a:xfrm>
            <a:off x="868680" y="5921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2" name="object 162"/>
          <p:cNvSpPr/>
          <p:nvPr/>
        </p:nvSpPr>
        <p:spPr>
          <a:xfrm>
            <a:off x="868680" y="5693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3" name="object 163"/>
          <p:cNvSpPr/>
          <p:nvPr/>
        </p:nvSpPr>
        <p:spPr>
          <a:xfrm>
            <a:off x="868680" y="5464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4" name="object 164"/>
          <p:cNvSpPr/>
          <p:nvPr/>
        </p:nvSpPr>
        <p:spPr>
          <a:xfrm>
            <a:off x="868680" y="5236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5" name="object 165"/>
          <p:cNvSpPr/>
          <p:nvPr/>
        </p:nvSpPr>
        <p:spPr>
          <a:xfrm>
            <a:off x="868680" y="5007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6" name="object 166"/>
          <p:cNvSpPr/>
          <p:nvPr/>
        </p:nvSpPr>
        <p:spPr>
          <a:xfrm>
            <a:off x="868680" y="4778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7" name="object 167"/>
          <p:cNvSpPr/>
          <p:nvPr/>
        </p:nvSpPr>
        <p:spPr>
          <a:xfrm>
            <a:off x="868680" y="4550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8" name="object 168"/>
          <p:cNvSpPr/>
          <p:nvPr/>
        </p:nvSpPr>
        <p:spPr>
          <a:xfrm>
            <a:off x="868680" y="4321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69" name="object 169"/>
          <p:cNvSpPr/>
          <p:nvPr/>
        </p:nvSpPr>
        <p:spPr>
          <a:xfrm>
            <a:off x="868680" y="4093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0" name="object 170"/>
          <p:cNvSpPr/>
          <p:nvPr/>
        </p:nvSpPr>
        <p:spPr>
          <a:xfrm>
            <a:off x="868680" y="3864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1" name="object 171"/>
          <p:cNvSpPr/>
          <p:nvPr/>
        </p:nvSpPr>
        <p:spPr>
          <a:xfrm>
            <a:off x="868680" y="3635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2" name="object 172"/>
          <p:cNvSpPr/>
          <p:nvPr/>
        </p:nvSpPr>
        <p:spPr>
          <a:xfrm>
            <a:off x="868680" y="3407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3" name="object 173"/>
          <p:cNvSpPr/>
          <p:nvPr/>
        </p:nvSpPr>
        <p:spPr>
          <a:xfrm>
            <a:off x="868680" y="3178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4" name="object 174"/>
          <p:cNvSpPr/>
          <p:nvPr/>
        </p:nvSpPr>
        <p:spPr>
          <a:xfrm>
            <a:off x="868680" y="2950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5" name="object 175"/>
          <p:cNvSpPr/>
          <p:nvPr/>
        </p:nvSpPr>
        <p:spPr>
          <a:xfrm>
            <a:off x="868680" y="2721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6" name="object 176"/>
          <p:cNvSpPr/>
          <p:nvPr/>
        </p:nvSpPr>
        <p:spPr>
          <a:xfrm>
            <a:off x="868680" y="2492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7" name="object 177"/>
          <p:cNvSpPr/>
          <p:nvPr/>
        </p:nvSpPr>
        <p:spPr>
          <a:xfrm>
            <a:off x="868680" y="2264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8" name="object 178"/>
          <p:cNvSpPr/>
          <p:nvPr/>
        </p:nvSpPr>
        <p:spPr>
          <a:xfrm>
            <a:off x="868680" y="2035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9" name="object 179"/>
          <p:cNvSpPr/>
          <p:nvPr/>
        </p:nvSpPr>
        <p:spPr>
          <a:xfrm>
            <a:off x="868680" y="1807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0" name="object 180"/>
          <p:cNvSpPr/>
          <p:nvPr/>
        </p:nvSpPr>
        <p:spPr>
          <a:xfrm>
            <a:off x="868680" y="1578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1" name="object 181"/>
          <p:cNvSpPr/>
          <p:nvPr/>
        </p:nvSpPr>
        <p:spPr>
          <a:xfrm>
            <a:off x="868680" y="1349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2" name="object 182"/>
          <p:cNvSpPr/>
          <p:nvPr/>
        </p:nvSpPr>
        <p:spPr>
          <a:xfrm>
            <a:off x="868680" y="1121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3" name="object 183"/>
          <p:cNvSpPr/>
          <p:nvPr/>
        </p:nvSpPr>
        <p:spPr>
          <a:xfrm>
            <a:off x="868680" y="892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4" name="object 184"/>
          <p:cNvSpPr/>
          <p:nvPr/>
        </p:nvSpPr>
        <p:spPr>
          <a:xfrm>
            <a:off x="868680" y="664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5" name="object 185"/>
          <p:cNvSpPr/>
          <p:nvPr/>
        </p:nvSpPr>
        <p:spPr>
          <a:xfrm>
            <a:off x="868680" y="435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6" name="object 186"/>
          <p:cNvSpPr/>
          <p:nvPr/>
        </p:nvSpPr>
        <p:spPr>
          <a:xfrm>
            <a:off x="868680" y="206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7" name="object 187"/>
          <p:cNvSpPr/>
          <p:nvPr/>
        </p:nvSpPr>
        <p:spPr>
          <a:xfrm>
            <a:off x="1097280" y="10493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8" name="object 188"/>
          <p:cNvSpPr/>
          <p:nvPr/>
        </p:nvSpPr>
        <p:spPr>
          <a:xfrm>
            <a:off x="1097280" y="10265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9" name="object 189"/>
          <p:cNvSpPr/>
          <p:nvPr/>
        </p:nvSpPr>
        <p:spPr>
          <a:xfrm>
            <a:off x="1097280" y="10036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0" name="object 190"/>
          <p:cNvSpPr/>
          <p:nvPr/>
        </p:nvSpPr>
        <p:spPr>
          <a:xfrm>
            <a:off x="1097280" y="9808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1" name="object 191"/>
          <p:cNvSpPr/>
          <p:nvPr/>
        </p:nvSpPr>
        <p:spPr>
          <a:xfrm>
            <a:off x="1097280" y="9579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2" name="object 192"/>
          <p:cNvSpPr/>
          <p:nvPr/>
        </p:nvSpPr>
        <p:spPr>
          <a:xfrm>
            <a:off x="1097280" y="9350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3" name="object 193"/>
          <p:cNvSpPr/>
          <p:nvPr/>
        </p:nvSpPr>
        <p:spPr>
          <a:xfrm>
            <a:off x="1097280" y="9122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4" name="object 194"/>
          <p:cNvSpPr/>
          <p:nvPr/>
        </p:nvSpPr>
        <p:spPr>
          <a:xfrm>
            <a:off x="1097280" y="8893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5" name="object 195"/>
          <p:cNvSpPr/>
          <p:nvPr/>
        </p:nvSpPr>
        <p:spPr>
          <a:xfrm>
            <a:off x="1097280" y="8665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6" name="object 196"/>
          <p:cNvSpPr/>
          <p:nvPr/>
        </p:nvSpPr>
        <p:spPr>
          <a:xfrm>
            <a:off x="1097280" y="8436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7" name="object 197"/>
          <p:cNvSpPr/>
          <p:nvPr/>
        </p:nvSpPr>
        <p:spPr>
          <a:xfrm>
            <a:off x="1097280" y="8207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8" name="object 198"/>
          <p:cNvSpPr/>
          <p:nvPr/>
        </p:nvSpPr>
        <p:spPr>
          <a:xfrm>
            <a:off x="1097280" y="7979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99" name="object 199"/>
          <p:cNvSpPr/>
          <p:nvPr/>
        </p:nvSpPr>
        <p:spPr>
          <a:xfrm>
            <a:off x="1097280" y="7750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0" name="object 200"/>
          <p:cNvSpPr/>
          <p:nvPr/>
        </p:nvSpPr>
        <p:spPr>
          <a:xfrm>
            <a:off x="1097280" y="7522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1" name="object 201"/>
          <p:cNvSpPr/>
          <p:nvPr/>
        </p:nvSpPr>
        <p:spPr>
          <a:xfrm>
            <a:off x="1097280" y="7293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2" name="object 202"/>
          <p:cNvSpPr/>
          <p:nvPr/>
        </p:nvSpPr>
        <p:spPr>
          <a:xfrm>
            <a:off x="1097280" y="7064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3" name="object 203"/>
          <p:cNvSpPr/>
          <p:nvPr/>
        </p:nvSpPr>
        <p:spPr>
          <a:xfrm>
            <a:off x="1097280" y="6836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4" name="object 204"/>
          <p:cNvSpPr/>
          <p:nvPr/>
        </p:nvSpPr>
        <p:spPr>
          <a:xfrm>
            <a:off x="1097280" y="6607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5" name="object 205"/>
          <p:cNvSpPr/>
          <p:nvPr/>
        </p:nvSpPr>
        <p:spPr>
          <a:xfrm>
            <a:off x="1097280" y="6379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6" name="object 206"/>
          <p:cNvSpPr/>
          <p:nvPr/>
        </p:nvSpPr>
        <p:spPr>
          <a:xfrm>
            <a:off x="1097280" y="6150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7" name="object 207"/>
          <p:cNvSpPr/>
          <p:nvPr/>
        </p:nvSpPr>
        <p:spPr>
          <a:xfrm>
            <a:off x="1097280" y="5921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8" name="object 208"/>
          <p:cNvSpPr/>
          <p:nvPr/>
        </p:nvSpPr>
        <p:spPr>
          <a:xfrm>
            <a:off x="1097280" y="5693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09" name="object 209"/>
          <p:cNvSpPr/>
          <p:nvPr/>
        </p:nvSpPr>
        <p:spPr>
          <a:xfrm>
            <a:off x="1097280" y="5464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0" name="object 210"/>
          <p:cNvSpPr/>
          <p:nvPr/>
        </p:nvSpPr>
        <p:spPr>
          <a:xfrm>
            <a:off x="1097280" y="5236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1" name="object 211"/>
          <p:cNvSpPr/>
          <p:nvPr/>
        </p:nvSpPr>
        <p:spPr>
          <a:xfrm>
            <a:off x="1097280" y="5007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2" name="object 212"/>
          <p:cNvSpPr/>
          <p:nvPr/>
        </p:nvSpPr>
        <p:spPr>
          <a:xfrm>
            <a:off x="1097280" y="4778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3" name="object 213"/>
          <p:cNvSpPr/>
          <p:nvPr/>
        </p:nvSpPr>
        <p:spPr>
          <a:xfrm>
            <a:off x="1097280" y="4550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4" name="object 214"/>
          <p:cNvSpPr/>
          <p:nvPr/>
        </p:nvSpPr>
        <p:spPr>
          <a:xfrm>
            <a:off x="1097280" y="4321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5" name="object 215"/>
          <p:cNvSpPr/>
          <p:nvPr/>
        </p:nvSpPr>
        <p:spPr>
          <a:xfrm>
            <a:off x="1097280" y="4093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6" name="object 216"/>
          <p:cNvSpPr/>
          <p:nvPr/>
        </p:nvSpPr>
        <p:spPr>
          <a:xfrm>
            <a:off x="1097280" y="3864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7" name="object 217"/>
          <p:cNvSpPr/>
          <p:nvPr/>
        </p:nvSpPr>
        <p:spPr>
          <a:xfrm>
            <a:off x="1097280" y="3635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8" name="object 218"/>
          <p:cNvSpPr/>
          <p:nvPr/>
        </p:nvSpPr>
        <p:spPr>
          <a:xfrm>
            <a:off x="1097280" y="3407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9" name="object 219"/>
          <p:cNvSpPr/>
          <p:nvPr/>
        </p:nvSpPr>
        <p:spPr>
          <a:xfrm>
            <a:off x="1097280" y="3178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0" name="object 220"/>
          <p:cNvSpPr/>
          <p:nvPr/>
        </p:nvSpPr>
        <p:spPr>
          <a:xfrm>
            <a:off x="1097280" y="2950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1" name="object 221"/>
          <p:cNvSpPr/>
          <p:nvPr/>
        </p:nvSpPr>
        <p:spPr>
          <a:xfrm>
            <a:off x="1097280" y="2721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2" name="object 222"/>
          <p:cNvSpPr/>
          <p:nvPr/>
        </p:nvSpPr>
        <p:spPr>
          <a:xfrm>
            <a:off x="1097280" y="2492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3" name="object 223"/>
          <p:cNvSpPr/>
          <p:nvPr/>
        </p:nvSpPr>
        <p:spPr>
          <a:xfrm>
            <a:off x="1097280" y="2264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4" name="object 224"/>
          <p:cNvSpPr/>
          <p:nvPr/>
        </p:nvSpPr>
        <p:spPr>
          <a:xfrm>
            <a:off x="1097280" y="2035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5" name="object 225"/>
          <p:cNvSpPr/>
          <p:nvPr/>
        </p:nvSpPr>
        <p:spPr>
          <a:xfrm>
            <a:off x="1097280" y="1807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6" name="object 226"/>
          <p:cNvSpPr/>
          <p:nvPr/>
        </p:nvSpPr>
        <p:spPr>
          <a:xfrm>
            <a:off x="1097280" y="1578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7" name="object 227"/>
          <p:cNvSpPr/>
          <p:nvPr/>
        </p:nvSpPr>
        <p:spPr>
          <a:xfrm>
            <a:off x="1097280" y="1349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8" name="object 228"/>
          <p:cNvSpPr/>
          <p:nvPr/>
        </p:nvSpPr>
        <p:spPr>
          <a:xfrm>
            <a:off x="1097280" y="1121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29" name="object 229"/>
          <p:cNvSpPr/>
          <p:nvPr/>
        </p:nvSpPr>
        <p:spPr>
          <a:xfrm>
            <a:off x="1097280" y="892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0" name="object 230"/>
          <p:cNvSpPr/>
          <p:nvPr/>
        </p:nvSpPr>
        <p:spPr>
          <a:xfrm>
            <a:off x="1097280" y="664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1" name="object 231"/>
          <p:cNvSpPr/>
          <p:nvPr/>
        </p:nvSpPr>
        <p:spPr>
          <a:xfrm>
            <a:off x="1097280" y="435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2" name="object 232"/>
          <p:cNvSpPr/>
          <p:nvPr/>
        </p:nvSpPr>
        <p:spPr>
          <a:xfrm>
            <a:off x="1097280" y="206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3" name="object 233"/>
          <p:cNvSpPr/>
          <p:nvPr/>
        </p:nvSpPr>
        <p:spPr>
          <a:xfrm>
            <a:off x="1325880" y="10493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4" name="object 234"/>
          <p:cNvSpPr/>
          <p:nvPr/>
        </p:nvSpPr>
        <p:spPr>
          <a:xfrm>
            <a:off x="1325880" y="10265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5" name="object 235"/>
          <p:cNvSpPr/>
          <p:nvPr/>
        </p:nvSpPr>
        <p:spPr>
          <a:xfrm>
            <a:off x="1325880" y="10036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6" name="object 236"/>
          <p:cNvSpPr/>
          <p:nvPr/>
        </p:nvSpPr>
        <p:spPr>
          <a:xfrm>
            <a:off x="1325880" y="9808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7" name="object 237"/>
          <p:cNvSpPr/>
          <p:nvPr/>
        </p:nvSpPr>
        <p:spPr>
          <a:xfrm>
            <a:off x="1325880" y="9579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8" name="object 238"/>
          <p:cNvSpPr/>
          <p:nvPr/>
        </p:nvSpPr>
        <p:spPr>
          <a:xfrm>
            <a:off x="1325880" y="9350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39" name="object 239"/>
          <p:cNvSpPr/>
          <p:nvPr/>
        </p:nvSpPr>
        <p:spPr>
          <a:xfrm>
            <a:off x="1325880" y="9122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0" name="object 240"/>
          <p:cNvSpPr/>
          <p:nvPr/>
        </p:nvSpPr>
        <p:spPr>
          <a:xfrm>
            <a:off x="1325880" y="8893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1" name="object 241"/>
          <p:cNvSpPr/>
          <p:nvPr/>
        </p:nvSpPr>
        <p:spPr>
          <a:xfrm>
            <a:off x="1325880" y="8665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2" name="object 242"/>
          <p:cNvSpPr/>
          <p:nvPr/>
        </p:nvSpPr>
        <p:spPr>
          <a:xfrm>
            <a:off x="1325880" y="8436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3" name="object 243"/>
          <p:cNvSpPr/>
          <p:nvPr/>
        </p:nvSpPr>
        <p:spPr>
          <a:xfrm>
            <a:off x="1325880" y="8207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4" name="object 244"/>
          <p:cNvSpPr/>
          <p:nvPr/>
        </p:nvSpPr>
        <p:spPr>
          <a:xfrm>
            <a:off x="1325880" y="7979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5" name="object 245"/>
          <p:cNvSpPr/>
          <p:nvPr/>
        </p:nvSpPr>
        <p:spPr>
          <a:xfrm>
            <a:off x="1325880" y="7750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6" name="object 246"/>
          <p:cNvSpPr/>
          <p:nvPr/>
        </p:nvSpPr>
        <p:spPr>
          <a:xfrm>
            <a:off x="1325880" y="7522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7" name="object 247"/>
          <p:cNvSpPr/>
          <p:nvPr/>
        </p:nvSpPr>
        <p:spPr>
          <a:xfrm>
            <a:off x="1325880" y="7293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8" name="object 248"/>
          <p:cNvSpPr/>
          <p:nvPr/>
        </p:nvSpPr>
        <p:spPr>
          <a:xfrm>
            <a:off x="1325880" y="7064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49" name="object 249"/>
          <p:cNvSpPr/>
          <p:nvPr/>
        </p:nvSpPr>
        <p:spPr>
          <a:xfrm>
            <a:off x="1325880" y="6836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0" name="object 250"/>
          <p:cNvSpPr/>
          <p:nvPr/>
        </p:nvSpPr>
        <p:spPr>
          <a:xfrm>
            <a:off x="1325880" y="6607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1" name="object 251"/>
          <p:cNvSpPr/>
          <p:nvPr/>
        </p:nvSpPr>
        <p:spPr>
          <a:xfrm>
            <a:off x="1325880" y="6379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2" name="object 252"/>
          <p:cNvSpPr/>
          <p:nvPr/>
        </p:nvSpPr>
        <p:spPr>
          <a:xfrm>
            <a:off x="1325880" y="6150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3" name="object 253"/>
          <p:cNvSpPr/>
          <p:nvPr/>
        </p:nvSpPr>
        <p:spPr>
          <a:xfrm>
            <a:off x="1325880" y="5921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4" name="object 254"/>
          <p:cNvSpPr/>
          <p:nvPr/>
        </p:nvSpPr>
        <p:spPr>
          <a:xfrm>
            <a:off x="1325880" y="5693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5" name="object 255"/>
          <p:cNvSpPr/>
          <p:nvPr/>
        </p:nvSpPr>
        <p:spPr>
          <a:xfrm>
            <a:off x="1325880" y="5464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6" name="object 256"/>
          <p:cNvSpPr/>
          <p:nvPr/>
        </p:nvSpPr>
        <p:spPr>
          <a:xfrm>
            <a:off x="1325880" y="5236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7" name="object 257"/>
          <p:cNvSpPr/>
          <p:nvPr/>
        </p:nvSpPr>
        <p:spPr>
          <a:xfrm>
            <a:off x="1325880" y="5007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8" name="object 258"/>
          <p:cNvSpPr/>
          <p:nvPr/>
        </p:nvSpPr>
        <p:spPr>
          <a:xfrm>
            <a:off x="1325880" y="4778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59" name="object 259"/>
          <p:cNvSpPr/>
          <p:nvPr/>
        </p:nvSpPr>
        <p:spPr>
          <a:xfrm>
            <a:off x="1325880" y="4550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0" name="object 260"/>
          <p:cNvSpPr/>
          <p:nvPr/>
        </p:nvSpPr>
        <p:spPr>
          <a:xfrm>
            <a:off x="1325880" y="4321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1" name="object 261"/>
          <p:cNvSpPr/>
          <p:nvPr/>
        </p:nvSpPr>
        <p:spPr>
          <a:xfrm>
            <a:off x="1325880" y="4093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2" name="object 262"/>
          <p:cNvSpPr/>
          <p:nvPr/>
        </p:nvSpPr>
        <p:spPr>
          <a:xfrm>
            <a:off x="1325880" y="3864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3" name="object 263"/>
          <p:cNvSpPr/>
          <p:nvPr/>
        </p:nvSpPr>
        <p:spPr>
          <a:xfrm>
            <a:off x="1325880" y="3635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4" name="object 264"/>
          <p:cNvSpPr/>
          <p:nvPr/>
        </p:nvSpPr>
        <p:spPr>
          <a:xfrm>
            <a:off x="1325880" y="3407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5" name="object 265"/>
          <p:cNvSpPr/>
          <p:nvPr/>
        </p:nvSpPr>
        <p:spPr>
          <a:xfrm>
            <a:off x="1325880" y="3178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6" name="object 266"/>
          <p:cNvSpPr/>
          <p:nvPr/>
        </p:nvSpPr>
        <p:spPr>
          <a:xfrm>
            <a:off x="1325880" y="2950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7" name="object 267"/>
          <p:cNvSpPr/>
          <p:nvPr/>
        </p:nvSpPr>
        <p:spPr>
          <a:xfrm>
            <a:off x="1325880" y="2721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8" name="object 268"/>
          <p:cNvSpPr/>
          <p:nvPr/>
        </p:nvSpPr>
        <p:spPr>
          <a:xfrm>
            <a:off x="1325880" y="2492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69" name="object 269"/>
          <p:cNvSpPr/>
          <p:nvPr/>
        </p:nvSpPr>
        <p:spPr>
          <a:xfrm>
            <a:off x="1325880" y="2264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0" name="object 270"/>
          <p:cNvSpPr/>
          <p:nvPr/>
        </p:nvSpPr>
        <p:spPr>
          <a:xfrm>
            <a:off x="1325880" y="2035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1" name="object 271"/>
          <p:cNvSpPr/>
          <p:nvPr/>
        </p:nvSpPr>
        <p:spPr>
          <a:xfrm>
            <a:off x="1325880" y="1807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2" name="object 272"/>
          <p:cNvSpPr/>
          <p:nvPr/>
        </p:nvSpPr>
        <p:spPr>
          <a:xfrm>
            <a:off x="1325880" y="1578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3" name="object 273"/>
          <p:cNvSpPr/>
          <p:nvPr/>
        </p:nvSpPr>
        <p:spPr>
          <a:xfrm>
            <a:off x="1325880" y="1349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4" name="object 274"/>
          <p:cNvSpPr/>
          <p:nvPr/>
        </p:nvSpPr>
        <p:spPr>
          <a:xfrm>
            <a:off x="1325880" y="1121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5" name="object 275"/>
          <p:cNvSpPr/>
          <p:nvPr/>
        </p:nvSpPr>
        <p:spPr>
          <a:xfrm>
            <a:off x="1325880" y="892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6" name="object 276"/>
          <p:cNvSpPr/>
          <p:nvPr/>
        </p:nvSpPr>
        <p:spPr>
          <a:xfrm>
            <a:off x="1325880" y="664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7" name="object 277"/>
          <p:cNvSpPr/>
          <p:nvPr/>
        </p:nvSpPr>
        <p:spPr>
          <a:xfrm>
            <a:off x="1325880" y="435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8" name="object 278"/>
          <p:cNvSpPr/>
          <p:nvPr/>
        </p:nvSpPr>
        <p:spPr>
          <a:xfrm>
            <a:off x="1325880" y="206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79" name="object 279"/>
          <p:cNvSpPr/>
          <p:nvPr/>
        </p:nvSpPr>
        <p:spPr>
          <a:xfrm>
            <a:off x="1554480" y="10493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0" name="object 280"/>
          <p:cNvSpPr/>
          <p:nvPr/>
        </p:nvSpPr>
        <p:spPr>
          <a:xfrm>
            <a:off x="1554480" y="10265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1" name="object 281"/>
          <p:cNvSpPr/>
          <p:nvPr/>
        </p:nvSpPr>
        <p:spPr>
          <a:xfrm>
            <a:off x="1554480" y="10036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2" name="object 282"/>
          <p:cNvSpPr/>
          <p:nvPr/>
        </p:nvSpPr>
        <p:spPr>
          <a:xfrm>
            <a:off x="1554480" y="9808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3" name="object 283"/>
          <p:cNvSpPr/>
          <p:nvPr/>
        </p:nvSpPr>
        <p:spPr>
          <a:xfrm>
            <a:off x="1554480" y="9579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4" name="object 284"/>
          <p:cNvSpPr/>
          <p:nvPr/>
        </p:nvSpPr>
        <p:spPr>
          <a:xfrm>
            <a:off x="1554480" y="9350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5" name="object 285"/>
          <p:cNvSpPr/>
          <p:nvPr/>
        </p:nvSpPr>
        <p:spPr>
          <a:xfrm>
            <a:off x="1554480" y="9122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6" name="object 286"/>
          <p:cNvSpPr/>
          <p:nvPr/>
        </p:nvSpPr>
        <p:spPr>
          <a:xfrm>
            <a:off x="1554480" y="8893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7" name="object 287"/>
          <p:cNvSpPr/>
          <p:nvPr/>
        </p:nvSpPr>
        <p:spPr>
          <a:xfrm>
            <a:off x="1554480" y="8665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8" name="object 288"/>
          <p:cNvSpPr/>
          <p:nvPr/>
        </p:nvSpPr>
        <p:spPr>
          <a:xfrm>
            <a:off x="1554480" y="8436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89" name="object 289"/>
          <p:cNvSpPr/>
          <p:nvPr/>
        </p:nvSpPr>
        <p:spPr>
          <a:xfrm>
            <a:off x="1554480" y="8207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0" name="object 290"/>
          <p:cNvSpPr/>
          <p:nvPr/>
        </p:nvSpPr>
        <p:spPr>
          <a:xfrm>
            <a:off x="1554480" y="7979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1" name="object 291"/>
          <p:cNvSpPr/>
          <p:nvPr/>
        </p:nvSpPr>
        <p:spPr>
          <a:xfrm>
            <a:off x="1554480" y="7750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2" name="object 292"/>
          <p:cNvSpPr/>
          <p:nvPr/>
        </p:nvSpPr>
        <p:spPr>
          <a:xfrm>
            <a:off x="1554480" y="7522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3" name="object 293"/>
          <p:cNvSpPr/>
          <p:nvPr/>
        </p:nvSpPr>
        <p:spPr>
          <a:xfrm>
            <a:off x="1554480" y="7293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4" name="object 294"/>
          <p:cNvSpPr/>
          <p:nvPr/>
        </p:nvSpPr>
        <p:spPr>
          <a:xfrm>
            <a:off x="1554480" y="7064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5" name="object 295"/>
          <p:cNvSpPr/>
          <p:nvPr/>
        </p:nvSpPr>
        <p:spPr>
          <a:xfrm>
            <a:off x="1554480" y="6836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6" name="object 296"/>
          <p:cNvSpPr/>
          <p:nvPr/>
        </p:nvSpPr>
        <p:spPr>
          <a:xfrm>
            <a:off x="1554480" y="6607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7" name="object 297"/>
          <p:cNvSpPr/>
          <p:nvPr/>
        </p:nvSpPr>
        <p:spPr>
          <a:xfrm>
            <a:off x="1554480" y="6379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8" name="object 298"/>
          <p:cNvSpPr/>
          <p:nvPr/>
        </p:nvSpPr>
        <p:spPr>
          <a:xfrm>
            <a:off x="1554480" y="6150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99" name="object 299"/>
          <p:cNvSpPr/>
          <p:nvPr/>
        </p:nvSpPr>
        <p:spPr>
          <a:xfrm>
            <a:off x="1554480" y="5921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0" name="object 300"/>
          <p:cNvSpPr/>
          <p:nvPr/>
        </p:nvSpPr>
        <p:spPr>
          <a:xfrm>
            <a:off x="1554480" y="5693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1" name="object 301"/>
          <p:cNvSpPr/>
          <p:nvPr/>
        </p:nvSpPr>
        <p:spPr>
          <a:xfrm>
            <a:off x="1554480" y="5464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2" name="object 302"/>
          <p:cNvSpPr/>
          <p:nvPr/>
        </p:nvSpPr>
        <p:spPr>
          <a:xfrm>
            <a:off x="1554480" y="5236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3" name="object 303"/>
          <p:cNvSpPr/>
          <p:nvPr/>
        </p:nvSpPr>
        <p:spPr>
          <a:xfrm>
            <a:off x="1554480" y="5007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4" name="object 304"/>
          <p:cNvSpPr/>
          <p:nvPr/>
        </p:nvSpPr>
        <p:spPr>
          <a:xfrm>
            <a:off x="1554480" y="4778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5" name="object 305"/>
          <p:cNvSpPr/>
          <p:nvPr/>
        </p:nvSpPr>
        <p:spPr>
          <a:xfrm>
            <a:off x="1554480" y="4550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6" name="object 306"/>
          <p:cNvSpPr/>
          <p:nvPr/>
        </p:nvSpPr>
        <p:spPr>
          <a:xfrm>
            <a:off x="1554480" y="4321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7" name="object 307"/>
          <p:cNvSpPr/>
          <p:nvPr/>
        </p:nvSpPr>
        <p:spPr>
          <a:xfrm>
            <a:off x="1554480" y="4093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8" name="object 308"/>
          <p:cNvSpPr/>
          <p:nvPr/>
        </p:nvSpPr>
        <p:spPr>
          <a:xfrm>
            <a:off x="1554480" y="3864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09" name="object 309"/>
          <p:cNvSpPr/>
          <p:nvPr/>
        </p:nvSpPr>
        <p:spPr>
          <a:xfrm>
            <a:off x="1554480" y="3635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0" name="object 310"/>
          <p:cNvSpPr/>
          <p:nvPr/>
        </p:nvSpPr>
        <p:spPr>
          <a:xfrm>
            <a:off x="1554480" y="3407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1" name="object 311"/>
          <p:cNvSpPr/>
          <p:nvPr/>
        </p:nvSpPr>
        <p:spPr>
          <a:xfrm>
            <a:off x="1554480" y="3178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2" name="object 312"/>
          <p:cNvSpPr/>
          <p:nvPr/>
        </p:nvSpPr>
        <p:spPr>
          <a:xfrm>
            <a:off x="1554480" y="2950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3" name="object 313"/>
          <p:cNvSpPr/>
          <p:nvPr/>
        </p:nvSpPr>
        <p:spPr>
          <a:xfrm>
            <a:off x="1554480" y="2721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4" name="object 314"/>
          <p:cNvSpPr/>
          <p:nvPr/>
        </p:nvSpPr>
        <p:spPr>
          <a:xfrm>
            <a:off x="1554480" y="2492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5" name="object 315"/>
          <p:cNvSpPr/>
          <p:nvPr/>
        </p:nvSpPr>
        <p:spPr>
          <a:xfrm>
            <a:off x="1554480" y="2264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6" name="object 316"/>
          <p:cNvSpPr/>
          <p:nvPr/>
        </p:nvSpPr>
        <p:spPr>
          <a:xfrm>
            <a:off x="1554480" y="2035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7" name="object 317"/>
          <p:cNvSpPr/>
          <p:nvPr/>
        </p:nvSpPr>
        <p:spPr>
          <a:xfrm>
            <a:off x="1554480" y="1807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8" name="object 318"/>
          <p:cNvSpPr/>
          <p:nvPr/>
        </p:nvSpPr>
        <p:spPr>
          <a:xfrm>
            <a:off x="1554480" y="1578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19" name="object 319"/>
          <p:cNvSpPr/>
          <p:nvPr/>
        </p:nvSpPr>
        <p:spPr>
          <a:xfrm>
            <a:off x="1554480" y="1349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0" name="object 320"/>
          <p:cNvSpPr/>
          <p:nvPr/>
        </p:nvSpPr>
        <p:spPr>
          <a:xfrm>
            <a:off x="1554480" y="1121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1" name="object 321"/>
          <p:cNvSpPr/>
          <p:nvPr/>
        </p:nvSpPr>
        <p:spPr>
          <a:xfrm>
            <a:off x="1554480" y="892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2" name="object 322"/>
          <p:cNvSpPr/>
          <p:nvPr/>
        </p:nvSpPr>
        <p:spPr>
          <a:xfrm>
            <a:off x="1554480" y="664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3" name="object 323"/>
          <p:cNvSpPr/>
          <p:nvPr/>
        </p:nvSpPr>
        <p:spPr>
          <a:xfrm>
            <a:off x="1554480" y="435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4" name="object 324"/>
          <p:cNvSpPr/>
          <p:nvPr/>
        </p:nvSpPr>
        <p:spPr>
          <a:xfrm>
            <a:off x="1554480" y="206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5" name="object 325"/>
          <p:cNvSpPr/>
          <p:nvPr/>
        </p:nvSpPr>
        <p:spPr>
          <a:xfrm>
            <a:off x="1783079" y="10493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6" name="object 326"/>
          <p:cNvSpPr/>
          <p:nvPr/>
        </p:nvSpPr>
        <p:spPr>
          <a:xfrm>
            <a:off x="1783079" y="10265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7" name="object 327"/>
          <p:cNvSpPr/>
          <p:nvPr/>
        </p:nvSpPr>
        <p:spPr>
          <a:xfrm>
            <a:off x="1783079" y="10036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8" name="object 328"/>
          <p:cNvSpPr/>
          <p:nvPr/>
        </p:nvSpPr>
        <p:spPr>
          <a:xfrm>
            <a:off x="1783079" y="9808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29" name="object 329"/>
          <p:cNvSpPr/>
          <p:nvPr/>
        </p:nvSpPr>
        <p:spPr>
          <a:xfrm>
            <a:off x="1783079" y="9579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0" name="object 330"/>
          <p:cNvSpPr/>
          <p:nvPr/>
        </p:nvSpPr>
        <p:spPr>
          <a:xfrm>
            <a:off x="1783079" y="9350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1" name="object 331"/>
          <p:cNvSpPr/>
          <p:nvPr/>
        </p:nvSpPr>
        <p:spPr>
          <a:xfrm>
            <a:off x="1783079" y="9122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2" name="object 332"/>
          <p:cNvSpPr/>
          <p:nvPr/>
        </p:nvSpPr>
        <p:spPr>
          <a:xfrm>
            <a:off x="1783079" y="8893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3" name="object 333"/>
          <p:cNvSpPr/>
          <p:nvPr/>
        </p:nvSpPr>
        <p:spPr>
          <a:xfrm>
            <a:off x="1783079" y="8665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4" name="object 334"/>
          <p:cNvSpPr/>
          <p:nvPr/>
        </p:nvSpPr>
        <p:spPr>
          <a:xfrm>
            <a:off x="1783079" y="8436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5" name="object 335"/>
          <p:cNvSpPr/>
          <p:nvPr/>
        </p:nvSpPr>
        <p:spPr>
          <a:xfrm>
            <a:off x="1783079" y="8207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6" name="object 336"/>
          <p:cNvSpPr/>
          <p:nvPr/>
        </p:nvSpPr>
        <p:spPr>
          <a:xfrm>
            <a:off x="1783079" y="7979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7" name="object 337"/>
          <p:cNvSpPr/>
          <p:nvPr/>
        </p:nvSpPr>
        <p:spPr>
          <a:xfrm>
            <a:off x="1783079" y="7750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8" name="object 338"/>
          <p:cNvSpPr/>
          <p:nvPr/>
        </p:nvSpPr>
        <p:spPr>
          <a:xfrm>
            <a:off x="1783079" y="7522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39" name="object 339"/>
          <p:cNvSpPr/>
          <p:nvPr/>
        </p:nvSpPr>
        <p:spPr>
          <a:xfrm>
            <a:off x="1783079" y="7293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0" name="object 340"/>
          <p:cNvSpPr/>
          <p:nvPr/>
        </p:nvSpPr>
        <p:spPr>
          <a:xfrm>
            <a:off x="1783079" y="7064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1" name="object 341"/>
          <p:cNvSpPr/>
          <p:nvPr/>
        </p:nvSpPr>
        <p:spPr>
          <a:xfrm>
            <a:off x="1783079" y="6836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2" name="object 342"/>
          <p:cNvSpPr/>
          <p:nvPr/>
        </p:nvSpPr>
        <p:spPr>
          <a:xfrm>
            <a:off x="1783079" y="6607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3" name="object 343"/>
          <p:cNvSpPr/>
          <p:nvPr/>
        </p:nvSpPr>
        <p:spPr>
          <a:xfrm>
            <a:off x="1783079" y="6379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4" name="object 344"/>
          <p:cNvSpPr/>
          <p:nvPr/>
        </p:nvSpPr>
        <p:spPr>
          <a:xfrm>
            <a:off x="1783079" y="6150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5" name="object 345"/>
          <p:cNvSpPr/>
          <p:nvPr/>
        </p:nvSpPr>
        <p:spPr>
          <a:xfrm>
            <a:off x="1783079" y="5921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6" name="object 346"/>
          <p:cNvSpPr/>
          <p:nvPr/>
        </p:nvSpPr>
        <p:spPr>
          <a:xfrm>
            <a:off x="1783079" y="5693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7" name="object 347"/>
          <p:cNvSpPr/>
          <p:nvPr/>
        </p:nvSpPr>
        <p:spPr>
          <a:xfrm>
            <a:off x="1783079" y="5464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8" name="object 348"/>
          <p:cNvSpPr/>
          <p:nvPr/>
        </p:nvSpPr>
        <p:spPr>
          <a:xfrm>
            <a:off x="1783079" y="5236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49" name="object 349"/>
          <p:cNvSpPr/>
          <p:nvPr/>
        </p:nvSpPr>
        <p:spPr>
          <a:xfrm>
            <a:off x="1783079" y="5007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0" name="object 350"/>
          <p:cNvSpPr/>
          <p:nvPr/>
        </p:nvSpPr>
        <p:spPr>
          <a:xfrm>
            <a:off x="1783079" y="4778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1" name="object 351"/>
          <p:cNvSpPr/>
          <p:nvPr/>
        </p:nvSpPr>
        <p:spPr>
          <a:xfrm>
            <a:off x="1783079" y="4550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2" name="object 352"/>
          <p:cNvSpPr/>
          <p:nvPr/>
        </p:nvSpPr>
        <p:spPr>
          <a:xfrm>
            <a:off x="1783079" y="4321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3" name="object 353"/>
          <p:cNvSpPr/>
          <p:nvPr/>
        </p:nvSpPr>
        <p:spPr>
          <a:xfrm>
            <a:off x="1783079" y="4093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4" name="object 354"/>
          <p:cNvSpPr/>
          <p:nvPr/>
        </p:nvSpPr>
        <p:spPr>
          <a:xfrm>
            <a:off x="1783079" y="3864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5" name="object 355"/>
          <p:cNvSpPr/>
          <p:nvPr/>
        </p:nvSpPr>
        <p:spPr>
          <a:xfrm>
            <a:off x="1783079" y="3635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6" name="object 356"/>
          <p:cNvSpPr/>
          <p:nvPr/>
        </p:nvSpPr>
        <p:spPr>
          <a:xfrm>
            <a:off x="1783079" y="3407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7" name="object 357"/>
          <p:cNvSpPr/>
          <p:nvPr/>
        </p:nvSpPr>
        <p:spPr>
          <a:xfrm>
            <a:off x="1783079" y="3178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8" name="object 358"/>
          <p:cNvSpPr/>
          <p:nvPr/>
        </p:nvSpPr>
        <p:spPr>
          <a:xfrm>
            <a:off x="1783079" y="2950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59" name="object 359"/>
          <p:cNvSpPr/>
          <p:nvPr/>
        </p:nvSpPr>
        <p:spPr>
          <a:xfrm>
            <a:off x="1783079" y="2721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0" name="object 360"/>
          <p:cNvSpPr/>
          <p:nvPr/>
        </p:nvSpPr>
        <p:spPr>
          <a:xfrm>
            <a:off x="1783079" y="2492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1" name="object 361"/>
          <p:cNvSpPr/>
          <p:nvPr/>
        </p:nvSpPr>
        <p:spPr>
          <a:xfrm>
            <a:off x="1783079" y="2264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2" name="object 362"/>
          <p:cNvSpPr/>
          <p:nvPr/>
        </p:nvSpPr>
        <p:spPr>
          <a:xfrm>
            <a:off x="1783079" y="2035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3" name="object 363"/>
          <p:cNvSpPr/>
          <p:nvPr/>
        </p:nvSpPr>
        <p:spPr>
          <a:xfrm>
            <a:off x="1783079" y="1807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4" name="object 364"/>
          <p:cNvSpPr/>
          <p:nvPr/>
        </p:nvSpPr>
        <p:spPr>
          <a:xfrm>
            <a:off x="1783079" y="1578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5" name="object 365"/>
          <p:cNvSpPr/>
          <p:nvPr/>
        </p:nvSpPr>
        <p:spPr>
          <a:xfrm>
            <a:off x="1783079" y="1349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6" name="object 366"/>
          <p:cNvSpPr/>
          <p:nvPr/>
        </p:nvSpPr>
        <p:spPr>
          <a:xfrm>
            <a:off x="1783079" y="1121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7" name="object 367"/>
          <p:cNvSpPr/>
          <p:nvPr/>
        </p:nvSpPr>
        <p:spPr>
          <a:xfrm>
            <a:off x="1783079" y="892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8" name="object 368"/>
          <p:cNvSpPr/>
          <p:nvPr/>
        </p:nvSpPr>
        <p:spPr>
          <a:xfrm>
            <a:off x="1783079" y="664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69" name="object 369"/>
          <p:cNvSpPr/>
          <p:nvPr/>
        </p:nvSpPr>
        <p:spPr>
          <a:xfrm>
            <a:off x="1783079" y="435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0" name="object 370"/>
          <p:cNvSpPr/>
          <p:nvPr/>
        </p:nvSpPr>
        <p:spPr>
          <a:xfrm>
            <a:off x="1783079" y="206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1" name="object 371"/>
          <p:cNvSpPr/>
          <p:nvPr/>
        </p:nvSpPr>
        <p:spPr>
          <a:xfrm>
            <a:off x="2011679" y="10493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2" name="object 372"/>
          <p:cNvSpPr/>
          <p:nvPr/>
        </p:nvSpPr>
        <p:spPr>
          <a:xfrm>
            <a:off x="2011679" y="10265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3" name="object 373"/>
          <p:cNvSpPr/>
          <p:nvPr/>
        </p:nvSpPr>
        <p:spPr>
          <a:xfrm>
            <a:off x="2011679" y="10036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4" name="object 374"/>
          <p:cNvSpPr/>
          <p:nvPr/>
        </p:nvSpPr>
        <p:spPr>
          <a:xfrm>
            <a:off x="2011679" y="9808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5" name="object 375"/>
          <p:cNvSpPr/>
          <p:nvPr/>
        </p:nvSpPr>
        <p:spPr>
          <a:xfrm>
            <a:off x="2011679" y="9579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6" name="object 376"/>
          <p:cNvSpPr/>
          <p:nvPr/>
        </p:nvSpPr>
        <p:spPr>
          <a:xfrm>
            <a:off x="2011679" y="9350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7" name="object 377"/>
          <p:cNvSpPr/>
          <p:nvPr/>
        </p:nvSpPr>
        <p:spPr>
          <a:xfrm>
            <a:off x="2011679" y="9122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8" name="object 378"/>
          <p:cNvSpPr/>
          <p:nvPr/>
        </p:nvSpPr>
        <p:spPr>
          <a:xfrm>
            <a:off x="2011679" y="8893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79" name="object 379"/>
          <p:cNvSpPr/>
          <p:nvPr/>
        </p:nvSpPr>
        <p:spPr>
          <a:xfrm>
            <a:off x="2011679" y="8665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0" name="object 380"/>
          <p:cNvSpPr/>
          <p:nvPr/>
        </p:nvSpPr>
        <p:spPr>
          <a:xfrm>
            <a:off x="2011679" y="8436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1" name="object 381"/>
          <p:cNvSpPr/>
          <p:nvPr/>
        </p:nvSpPr>
        <p:spPr>
          <a:xfrm>
            <a:off x="2011679" y="8207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2" name="object 382"/>
          <p:cNvSpPr/>
          <p:nvPr/>
        </p:nvSpPr>
        <p:spPr>
          <a:xfrm>
            <a:off x="2011679" y="7979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3" name="object 383"/>
          <p:cNvSpPr/>
          <p:nvPr/>
        </p:nvSpPr>
        <p:spPr>
          <a:xfrm>
            <a:off x="2011679" y="7750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4" name="object 384"/>
          <p:cNvSpPr/>
          <p:nvPr/>
        </p:nvSpPr>
        <p:spPr>
          <a:xfrm>
            <a:off x="2011679" y="7522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5" name="object 385"/>
          <p:cNvSpPr/>
          <p:nvPr/>
        </p:nvSpPr>
        <p:spPr>
          <a:xfrm>
            <a:off x="2011679" y="7293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6" name="object 386"/>
          <p:cNvSpPr/>
          <p:nvPr/>
        </p:nvSpPr>
        <p:spPr>
          <a:xfrm>
            <a:off x="2011679" y="7064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7" name="object 387"/>
          <p:cNvSpPr/>
          <p:nvPr/>
        </p:nvSpPr>
        <p:spPr>
          <a:xfrm>
            <a:off x="2011679" y="6836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8" name="object 388"/>
          <p:cNvSpPr/>
          <p:nvPr/>
        </p:nvSpPr>
        <p:spPr>
          <a:xfrm>
            <a:off x="2011679" y="6607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89" name="object 389"/>
          <p:cNvSpPr/>
          <p:nvPr/>
        </p:nvSpPr>
        <p:spPr>
          <a:xfrm>
            <a:off x="2011679" y="6379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0" name="object 390"/>
          <p:cNvSpPr/>
          <p:nvPr/>
        </p:nvSpPr>
        <p:spPr>
          <a:xfrm>
            <a:off x="2011679" y="6150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1" name="object 391"/>
          <p:cNvSpPr/>
          <p:nvPr/>
        </p:nvSpPr>
        <p:spPr>
          <a:xfrm>
            <a:off x="2011679" y="5921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2" name="object 392"/>
          <p:cNvSpPr/>
          <p:nvPr/>
        </p:nvSpPr>
        <p:spPr>
          <a:xfrm>
            <a:off x="2011679" y="5693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3" name="object 393"/>
          <p:cNvSpPr/>
          <p:nvPr/>
        </p:nvSpPr>
        <p:spPr>
          <a:xfrm>
            <a:off x="2011679" y="5464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4" name="object 394"/>
          <p:cNvSpPr/>
          <p:nvPr/>
        </p:nvSpPr>
        <p:spPr>
          <a:xfrm>
            <a:off x="2011679" y="5236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5" name="object 395"/>
          <p:cNvSpPr/>
          <p:nvPr/>
        </p:nvSpPr>
        <p:spPr>
          <a:xfrm>
            <a:off x="2011679" y="5007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6" name="object 396"/>
          <p:cNvSpPr/>
          <p:nvPr/>
        </p:nvSpPr>
        <p:spPr>
          <a:xfrm>
            <a:off x="2011679" y="4778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7" name="object 397"/>
          <p:cNvSpPr/>
          <p:nvPr/>
        </p:nvSpPr>
        <p:spPr>
          <a:xfrm>
            <a:off x="2011679" y="4550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8" name="object 398"/>
          <p:cNvSpPr/>
          <p:nvPr/>
        </p:nvSpPr>
        <p:spPr>
          <a:xfrm>
            <a:off x="2011679" y="4321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99" name="object 399"/>
          <p:cNvSpPr/>
          <p:nvPr/>
        </p:nvSpPr>
        <p:spPr>
          <a:xfrm>
            <a:off x="2011679" y="4093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0" name="object 400"/>
          <p:cNvSpPr/>
          <p:nvPr/>
        </p:nvSpPr>
        <p:spPr>
          <a:xfrm>
            <a:off x="2011679" y="3864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1" name="object 401"/>
          <p:cNvSpPr/>
          <p:nvPr/>
        </p:nvSpPr>
        <p:spPr>
          <a:xfrm>
            <a:off x="2011679" y="3635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2" name="object 402"/>
          <p:cNvSpPr/>
          <p:nvPr/>
        </p:nvSpPr>
        <p:spPr>
          <a:xfrm>
            <a:off x="2011679" y="3407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3" name="object 403"/>
          <p:cNvSpPr/>
          <p:nvPr/>
        </p:nvSpPr>
        <p:spPr>
          <a:xfrm>
            <a:off x="2011679" y="3178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4" name="object 404"/>
          <p:cNvSpPr/>
          <p:nvPr/>
        </p:nvSpPr>
        <p:spPr>
          <a:xfrm>
            <a:off x="2011679" y="2950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5" name="object 405"/>
          <p:cNvSpPr/>
          <p:nvPr/>
        </p:nvSpPr>
        <p:spPr>
          <a:xfrm>
            <a:off x="2011679" y="2721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6" name="object 406"/>
          <p:cNvSpPr/>
          <p:nvPr/>
        </p:nvSpPr>
        <p:spPr>
          <a:xfrm>
            <a:off x="2011679" y="2492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7" name="object 407"/>
          <p:cNvSpPr/>
          <p:nvPr/>
        </p:nvSpPr>
        <p:spPr>
          <a:xfrm>
            <a:off x="2011679" y="2264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8" name="object 408"/>
          <p:cNvSpPr/>
          <p:nvPr/>
        </p:nvSpPr>
        <p:spPr>
          <a:xfrm>
            <a:off x="2011679" y="2035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09" name="object 409"/>
          <p:cNvSpPr/>
          <p:nvPr/>
        </p:nvSpPr>
        <p:spPr>
          <a:xfrm>
            <a:off x="2011679" y="1807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0" name="object 410"/>
          <p:cNvSpPr/>
          <p:nvPr/>
        </p:nvSpPr>
        <p:spPr>
          <a:xfrm>
            <a:off x="2011679" y="1578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1" name="object 411"/>
          <p:cNvSpPr/>
          <p:nvPr/>
        </p:nvSpPr>
        <p:spPr>
          <a:xfrm>
            <a:off x="2011679" y="1349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2" name="object 412"/>
          <p:cNvSpPr/>
          <p:nvPr/>
        </p:nvSpPr>
        <p:spPr>
          <a:xfrm>
            <a:off x="2011679" y="1121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3" name="object 413"/>
          <p:cNvSpPr/>
          <p:nvPr/>
        </p:nvSpPr>
        <p:spPr>
          <a:xfrm>
            <a:off x="2011679" y="892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4" name="object 414"/>
          <p:cNvSpPr/>
          <p:nvPr/>
        </p:nvSpPr>
        <p:spPr>
          <a:xfrm>
            <a:off x="2011679" y="664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5" name="object 415"/>
          <p:cNvSpPr/>
          <p:nvPr/>
        </p:nvSpPr>
        <p:spPr>
          <a:xfrm>
            <a:off x="2011679" y="435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6" name="object 416"/>
          <p:cNvSpPr/>
          <p:nvPr/>
        </p:nvSpPr>
        <p:spPr>
          <a:xfrm>
            <a:off x="2011679" y="206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7" name="object 417"/>
          <p:cNvSpPr/>
          <p:nvPr/>
        </p:nvSpPr>
        <p:spPr>
          <a:xfrm>
            <a:off x="2240279" y="10493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8" name="object 418"/>
          <p:cNvSpPr/>
          <p:nvPr/>
        </p:nvSpPr>
        <p:spPr>
          <a:xfrm>
            <a:off x="2240279" y="10265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19" name="object 419"/>
          <p:cNvSpPr/>
          <p:nvPr/>
        </p:nvSpPr>
        <p:spPr>
          <a:xfrm>
            <a:off x="2240279" y="10036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0" name="object 420"/>
          <p:cNvSpPr/>
          <p:nvPr/>
        </p:nvSpPr>
        <p:spPr>
          <a:xfrm>
            <a:off x="2240279" y="9808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1" name="object 421"/>
          <p:cNvSpPr/>
          <p:nvPr/>
        </p:nvSpPr>
        <p:spPr>
          <a:xfrm>
            <a:off x="2240279" y="9579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2" name="object 422"/>
          <p:cNvSpPr/>
          <p:nvPr/>
        </p:nvSpPr>
        <p:spPr>
          <a:xfrm>
            <a:off x="2240279" y="9350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3" name="object 423"/>
          <p:cNvSpPr/>
          <p:nvPr/>
        </p:nvSpPr>
        <p:spPr>
          <a:xfrm>
            <a:off x="2240279" y="9122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4" name="object 424"/>
          <p:cNvSpPr/>
          <p:nvPr/>
        </p:nvSpPr>
        <p:spPr>
          <a:xfrm>
            <a:off x="2240279" y="8893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5" name="object 425"/>
          <p:cNvSpPr/>
          <p:nvPr/>
        </p:nvSpPr>
        <p:spPr>
          <a:xfrm>
            <a:off x="2240279" y="8665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6" name="object 426"/>
          <p:cNvSpPr/>
          <p:nvPr/>
        </p:nvSpPr>
        <p:spPr>
          <a:xfrm>
            <a:off x="2240279" y="8436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7" name="object 427"/>
          <p:cNvSpPr/>
          <p:nvPr/>
        </p:nvSpPr>
        <p:spPr>
          <a:xfrm>
            <a:off x="2240279" y="8207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8" name="object 428"/>
          <p:cNvSpPr/>
          <p:nvPr/>
        </p:nvSpPr>
        <p:spPr>
          <a:xfrm>
            <a:off x="2240279" y="7979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29" name="object 429"/>
          <p:cNvSpPr/>
          <p:nvPr/>
        </p:nvSpPr>
        <p:spPr>
          <a:xfrm>
            <a:off x="2240279" y="7750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0" name="object 430"/>
          <p:cNvSpPr/>
          <p:nvPr/>
        </p:nvSpPr>
        <p:spPr>
          <a:xfrm>
            <a:off x="2240279" y="7522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1" name="object 431"/>
          <p:cNvSpPr/>
          <p:nvPr/>
        </p:nvSpPr>
        <p:spPr>
          <a:xfrm>
            <a:off x="2240279" y="7293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2" name="object 432"/>
          <p:cNvSpPr/>
          <p:nvPr/>
        </p:nvSpPr>
        <p:spPr>
          <a:xfrm>
            <a:off x="2240279" y="7064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3" name="object 433"/>
          <p:cNvSpPr/>
          <p:nvPr/>
        </p:nvSpPr>
        <p:spPr>
          <a:xfrm>
            <a:off x="2240279" y="6836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4" name="object 434"/>
          <p:cNvSpPr/>
          <p:nvPr/>
        </p:nvSpPr>
        <p:spPr>
          <a:xfrm>
            <a:off x="2240279" y="6607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5" name="object 435"/>
          <p:cNvSpPr/>
          <p:nvPr/>
        </p:nvSpPr>
        <p:spPr>
          <a:xfrm>
            <a:off x="2240279" y="6379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6" name="object 436"/>
          <p:cNvSpPr/>
          <p:nvPr/>
        </p:nvSpPr>
        <p:spPr>
          <a:xfrm>
            <a:off x="2240279" y="6150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7" name="object 437"/>
          <p:cNvSpPr/>
          <p:nvPr/>
        </p:nvSpPr>
        <p:spPr>
          <a:xfrm>
            <a:off x="2240279" y="5921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8" name="object 438"/>
          <p:cNvSpPr/>
          <p:nvPr/>
        </p:nvSpPr>
        <p:spPr>
          <a:xfrm>
            <a:off x="2240279" y="5693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39" name="object 439"/>
          <p:cNvSpPr/>
          <p:nvPr/>
        </p:nvSpPr>
        <p:spPr>
          <a:xfrm>
            <a:off x="2240279" y="5464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0" name="object 440"/>
          <p:cNvSpPr/>
          <p:nvPr/>
        </p:nvSpPr>
        <p:spPr>
          <a:xfrm>
            <a:off x="2240279" y="5236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1" name="object 441"/>
          <p:cNvSpPr/>
          <p:nvPr/>
        </p:nvSpPr>
        <p:spPr>
          <a:xfrm>
            <a:off x="2240279" y="5007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2" name="object 442"/>
          <p:cNvSpPr/>
          <p:nvPr/>
        </p:nvSpPr>
        <p:spPr>
          <a:xfrm>
            <a:off x="2240279" y="4778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3" name="object 443"/>
          <p:cNvSpPr/>
          <p:nvPr/>
        </p:nvSpPr>
        <p:spPr>
          <a:xfrm>
            <a:off x="2240279" y="4550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4" name="object 444"/>
          <p:cNvSpPr/>
          <p:nvPr/>
        </p:nvSpPr>
        <p:spPr>
          <a:xfrm>
            <a:off x="2240279" y="4321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5" name="object 445"/>
          <p:cNvSpPr/>
          <p:nvPr/>
        </p:nvSpPr>
        <p:spPr>
          <a:xfrm>
            <a:off x="2240279" y="4093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6" name="object 446"/>
          <p:cNvSpPr/>
          <p:nvPr/>
        </p:nvSpPr>
        <p:spPr>
          <a:xfrm>
            <a:off x="2240279" y="3864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7" name="object 447"/>
          <p:cNvSpPr/>
          <p:nvPr/>
        </p:nvSpPr>
        <p:spPr>
          <a:xfrm>
            <a:off x="2240279" y="3635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8" name="object 448"/>
          <p:cNvSpPr/>
          <p:nvPr/>
        </p:nvSpPr>
        <p:spPr>
          <a:xfrm>
            <a:off x="2240279" y="3407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49" name="object 449"/>
          <p:cNvSpPr/>
          <p:nvPr/>
        </p:nvSpPr>
        <p:spPr>
          <a:xfrm>
            <a:off x="2240279" y="3178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0" name="object 450"/>
          <p:cNvSpPr/>
          <p:nvPr/>
        </p:nvSpPr>
        <p:spPr>
          <a:xfrm>
            <a:off x="2240279" y="2950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1" name="object 451"/>
          <p:cNvSpPr/>
          <p:nvPr/>
        </p:nvSpPr>
        <p:spPr>
          <a:xfrm>
            <a:off x="2240279" y="2721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2" name="object 452"/>
          <p:cNvSpPr/>
          <p:nvPr/>
        </p:nvSpPr>
        <p:spPr>
          <a:xfrm>
            <a:off x="2240279" y="2492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3" name="object 453"/>
          <p:cNvSpPr/>
          <p:nvPr/>
        </p:nvSpPr>
        <p:spPr>
          <a:xfrm>
            <a:off x="2240279" y="2264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4" name="object 454"/>
          <p:cNvSpPr/>
          <p:nvPr/>
        </p:nvSpPr>
        <p:spPr>
          <a:xfrm>
            <a:off x="2240279" y="2035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5" name="object 455"/>
          <p:cNvSpPr/>
          <p:nvPr/>
        </p:nvSpPr>
        <p:spPr>
          <a:xfrm>
            <a:off x="2240279" y="1807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6" name="object 456"/>
          <p:cNvSpPr/>
          <p:nvPr/>
        </p:nvSpPr>
        <p:spPr>
          <a:xfrm>
            <a:off x="2240279" y="1578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7" name="object 457"/>
          <p:cNvSpPr/>
          <p:nvPr/>
        </p:nvSpPr>
        <p:spPr>
          <a:xfrm>
            <a:off x="2240279" y="1349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8" name="object 458"/>
          <p:cNvSpPr/>
          <p:nvPr/>
        </p:nvSpPr>
        <p:spPr>
          <a:xfrm>
            <a:off x="2240279" y="1121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59" name="object 459"/>
          <p:cNvSpPr/>
          <p:nvPr/>
        </p:nvSpPr>
        <p:spPr>
          <a:xfrm>
            <a:off x="2240279" y="892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0" name="object 460"/>
          <p:cNvSpPr/>
          <p:nvPr/>
        </p:nvSpPr>
        <p:spPr>
          <a:xfrm>
            <a:off x="2240279" y="664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1" name="object 461"/>
          <p:cNvSpPr/>
          <p:nvPr/>
        </p:nvSpPr>
        <p:spPr>
          <a:xfrm>
            <a:off x="2240279" y="435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2" name="object 462"/>
          <p:cNvSpPr/>
          <p:nvPr/>
        </p:nvSpPr>
        <p:spPr>
          <a:xfrm>
            <a:off x="2240279" y="206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3" name="object 463"/>
          <p:cNvSpPr/>
          <p:nvPr/>
        </p:nvSpPr>
        <p:spPr>
          <a:xfrm>
            <a:off x="2468879" y="10493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4" name="object 464"/>
          <p:cNvSpPr/>
          <p:nvPr/>
        </p:nvSpPr>
        <p:spPr>
          <a:xfrm>
            <a:off x="2468879" y="10265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5" name="object 465"/>
          <p:cNvSpPr/>
          <p:nvPr/>
        </p:nvSpPr>
        <p:spPr>
          <a:xfrm>
            <a:off x="2468879" y="10036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6" name="object 466"/>
          <p:cNvSpPr/>
          <p:nvPr/>
        </p:nvSpPr>
        <p:spPr>
          <a:xfrm>
            <a:off x="2468879" y="9808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7" name="object 467"/>
          <p:cNvSpPr/>
          <p:nvPr/>
        </p:nvSpPr>
        <p:spPr>
          <a:xfrm>
            <a:off x="2468879" y="9579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8" name="object 468"/>
          <p:cNvSpPr/>
          <p:nvPr/>
        </p:nvSpPr>
        <p:spPr>
          <a:xfrm>
            <a:off x="2468879" y="9350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9" name="object 469"/>
          <p:cNvSpPr/>
          <p:nvPr/>
        </p:nvSpPr>
        <p:spPr>
          <a:xfrm>
            <a:off x="2468879" y="9122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0" name="object 470"/>
          <p:cNvSpPr/>
          <p:nvPr/>
        </p:nvSpPr>
        <p:spPr>
          <a:xfrm>
            <a:off x="2468879" y="8893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1" name="object 471"/>
          <p:cNvSpPr/>
          <p:nvPr/>
        </p:nvSpPr>
        <p:spPr>
          <a:xfrm>
            <a:off x="2468879" y="8665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2" name="object 472"/>
          <p:cNvSpPr/>
          <p:nvPr/>
        </p:nvSpPr>
        <p:spPr>
          <a:xfrm>
            <a:off x="2468879" y="8436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3" name="object 473"/>
          <p:cNvSpPr/>
          <p:nvPr/>
        </p:nvSpPr>
        <p:spPr>
          <a:xfrm>
            <a:off x="2468879" y="8207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4" name="object 474"/>
          <p:cNvSpPr/>
          <p:nvPr/>
        </p:nvSpPr>
        <p:spPr>
          <a:xfrm>
            <a:off x="2468879" y="7979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5" name="object 475"/>
          <p:cNvSpPr/>
          <p:nvPr/>
        </p:nvSpPr>
        <p:spPr>
          <a:xfrm>
            <a:off x="2468879" y="7750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6" name="object 476"/>
          <p:cNvSpPr/>
          <p:nvPr/>
        </p:nvSpPr>
        <p:spPr>
          <a:xfrm>
            <a:off x="2468879" y="7522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7" name="object 477"/>
          <p:cNvSpPr/>
          <p:nvPr/>
        </p:nvSpPr>
        <p:spPr>
          <a:xfrm>
            <a:off x="2468879" y="7293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8" name="object 478"/>
          <p:cNvSpPr/>
          <p:nvPr/>
        </p:nvSpPr>
        <p:spPr>
          <a:xfrm>
            <a:off x="2468879" y="7064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79" name="object 479"/>
          <p:cNvSpPr/>
          <p:nvPr/>
        </p:nvSpPr>
        <p:spPr>
          <a:xfrm>
            <a:off x="2468879" y="6836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0" name="object 480"/>
          <p:cNvSpPr/>
          <p:nvPr/>
        </p:nvSpPr>
        <p:spPr>
          <a:xfrm>
            <a:off x="2468879" y="6607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1" name="object 481"/>
          <p:cNvSpPr/>
          <p:nvPr/>
        </p:nvSpPr>
        <p:spPr>
          <a:xfrm>
            <a:off x="2468879" y="6379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2" name="object 482"/>
          <p:cNvSpPr/>
          <p:nvPr/>
        </p:nvSpPr>
        <p:spPr>
          <a:xfrm>
            <a:off x="2468879" y="6150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3" name="object 483"/>
          <p:cNvSpPr/>
          <p:nvPr/>
        </p:nvSpPr>
        <p:spPr>
          <a:xfrm>
            <a:off x="2468879" y="5921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4" name="object 484"/>
          <p:cNvSpPr/>
          <p:nvPr/>
        </p:nvSpPr>
        <p:spPr>
          <a:xfrm>
            <a:off x="2468879" y="5693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5" name="object 485"/>
          <p:cNvSpPr/>
          <p:nvPr/>
        </p:nvSpPr>
        <p:spPr>
          <a:xfrm>
            <a:off x="2468879" y="5464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6" name="object 486"/>
          <p:cNvSpPr/>
          <p:nvPr/>
        </p:nvSpPr>
        <p:spPr>
          <a:xfrm>
            <a:off x="2468879" y="5236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7" name="object 487"/>
          <p:cNvSpPr/>
          <p:nvPr/>
        </p:nvSpPr>
        <p:spPr>
          <a:xfrm>
            <a:off x="2468879" y="5007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8" name="object 488"/>
          <p:cNvSpPr/>
          <p:nvPr/>
        </p:nvSpPr>
        <p:spPr>
          <a:xfrm>
            <a:off x="2468879" y="4778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89" name="object 489"/>
          <p:cNvSpPr/>
          <p:nvPr/>
        </p:nvSpPr>
        <p:spPr>
          <a:xfrm>
            <a:off x="2468879" y="4550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0" name="object 490"/>
          <p:cNvSpPr/>
          <p:nvPr/>
        </p:nvSpPr>
        <p:spPr>
          <a:xfrm>
            <a:off x="2468879" y="4321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1" name="object 491"/>
          <p:cNvSpPr/>
          <p:nvPr/>
        </p:nvSpPr>
        <p:spPr>
          <a:xfrm>
            <a:off x="2468879" y="4093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2" name="object 492"/>
          <p:cNvSpPr/>
          <p:nvPr/>
        </p:nvSpPr>
        <p:spPr>
          <a:xfrm>
            <a:off x="2468879" y="3864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3" name="object 493"/>
          <p:cNvSpPr/>
          <p:nvPr/>
        </p:nvSpPr>
        <p:spPr>
          <a:xfrm>
            <a:off x="2468879" y="3635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4" name="object 494"/>
          <p:cNvSpPr/>
          <p:nvPr/>
        </p:nvSpPr>
        <p:spPr>
          <a:xfrm>
            <a:off x="2468879" y="3407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5" name="object 495"/>
          <p:cNvSpPr/>
          <p:nvPr/>
        </p:nvSpPr>
        <p:spPr>
          <a:xfrm>
            <a:off x="2468879" y="3178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6" name="object 496"/>
          <p:cNvSpPr/>
          <p:nvPr/>
        </p:nvSpPr>
        <p:spPr>
          <a:xfrm>
            <a:off x="2468879" y="2950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7" name="object 497"/>
          <p:cNvSpPr/>
          <p:nvPr/>
        </p:nvSpPr>
        <p:spPr>
          <a:xfrm>
            <a:off x="2468879" y="2721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8" name="object 498"/>
          <p:cNvSpPr/>
          <p:nvPr/>
        </p:nvSpPr>
        <p:spPr>
          <a:xfrm>
            <a:off x="2468879" y="2492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9" name="object 499"/>
          <p:cNvSpPr/>
          <p:nvPr/>
        </p:nvSpPr>
        <p:spPr>
          <a:xfrm>
            <a:off x="2468879" y="2264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0" name="object 500"/>
          <p:cNvSpPr/>
          <p:nvPr/>
        </p:nvSpPr>
        <p:spPr>
          <a:xfrm>
            <a:off x="2468879" y="2035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1" name="object 501"/>
          <p:cNvSpPr/>
          <p:nvPr/>
        </p:nvSpPr>
        <p:spPr>
          <a:xfrm>
            <a:off x="2468879" y="1807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2" name="object 502"/>
          <p:cNvSpPr/>
          <p:nvPr/>
        </p:nvSpPr>
        <p:spPr>
          <a:xfrm>
            <a:off x="2468879" y="1578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3" name="object 503"/>
          <p:cNvSpPr/>
          <p:nvPr/>
        </p:nvSpPr>
        <p:spPr>
          <a:xfrm>
            <a:off x="2468879" y="1349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4" name="object 504"/>
          <p:cNvSpPr/>
          <p:nvPr/>
        </p:nvSpPr>
        <p:spPr>
          <a:xfrm>
            <a:off x="2468879" y="1121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5" name="object 505"/>
          <p:cNvSpPr/>
          <p:nvPr/>
        </p:nvSpPr>
        <p:spPr>
          <a:xfrm>
            <a:off x="2468879" y="892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6" name="object 506"/>
          <p:cNvSpPr/>
          <p:nvPr/>
        </p:nvSpPr>
        <p:spPr>
          <a:xfrm>
            <a:off x="2468879" y="664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7" name="object 507"/>
          <p:cNvSpPr/>
          <p:nvPr/>
        </p:nvSpPr>
        <p:spPr>
          <a:xfrm>
            <a:off x="2468879" y="435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8" name="object 508"/>
          <p:cNvSpPr/>
          <p:nvPr/>
        </p:nvSpPr>
        <p:spPr>
          <a:xfrm>
            <a:off x="2468879" y="206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9" name="object 509"/>
          <p:cNvSpPr/>
          <p:nvPr/>
        </p:nvSpPr>
        <p:spPr>
          <a:xfrm>
            <a:off x="2697479" y="10493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0" name="object 510"/>
          <p:cNvSpPr/>
          <p:nvPr/>
        </p:nvSpPr>
        <p:spPr>
          <a:xfrm>
            <a:off x="2697479" y="10265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1" name="object 511"/>
          <p:cNvSpPr/>
          <p:nvPr/>
        </p:nvSpPr>
        <p:spPr>
          <a:xfrm>
            <a:off x="2697479" y="10036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2" name="object 512"/>
          <p:cNvSpPr/>
          <p:nvPr/>
        </p:nvSpPr>
        <p:spPr>
          <a:xfrm>
            <a:off x="2697479" y="9808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3" name="object 513"/>
          <p:cNvSpPr/>
          <p:nvPr/>
        </p:nvSpPr>
        <p:spPr>
          <a:xfrm>
            <a:off x="2697479" y="9579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4" name="object 514"/>
          <p:cNvSpPr/>
          <p:nvPr/>
        </p:nvSpPr>
        <p:spPr>
          <a:xfrm>
            <a:off x="2697479" y="9350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5" name="object 515"/>
          <p:cNvSpPr/>
          <p:nvPr/>
        </p:nvSpPr>
        <p:spPr>
          <a:xfrm>
            <a:off x="2697479" y="9122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6" name="object 516"/>
          <p:cNvSpPr/>
          <p:nvPr/>
        </p:nvSpPr>
        <p:spPr>
          <a:xfrm>
            <a:off x="2697479" y="8893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7" name="object 517"/>
          <p:cNvSpPr/>
          <p:nvPr/>
        </p:nvSpPr>
        <p:spPr>
          <a:xfrm>
            <a:off x="2697479" y="8665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8" name="object 518"/>
          <p:cNvSpPr/>
          <p:nvPr/>
        </p:nvSpPr>
        <p:spPr>
          <a:xfrm>
            <a:off x="2697479" y="8436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9" name="object 519"/>
          <p:cNvSpPr/>
          <p:nvPr/>
        </p:nvSpPr>
        <p:spPr>
          <a:xfrm>
            <a:off x="2697479" y="8207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0" name="object 520"/>
          <p:cNvSpPr/>
          <p:nvPr/>
        </p:nvSpPr>
        <p:spPr>
          <a:xfrm>
            <a:off x="2697479" y="7979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1" name="object 521"/>
          <p:cNvSpPr/>
          <p:nvPr/>
        </p:nvSpPr>
        <p:spPr>
          <a:xfrm>
            <a:off x="2697479" y="7750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2" name="object 522"/>
          <p:cNvSpPr/>
          <p:nvPr/>
        </p:nvSpPr>
        <p:spPr>
          <a:xfrm>
            <a:off x="2697479" y="7522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3" name="object 523"/>
          <p:cNvSpPr/>
          <p:nvPr/>
        </p:nvSpPr>
        <p:spPr>
          <a:xfrm>
            <a:off x="2697479" y="7293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4" name="object 524"/>
          <p:cNvSpPr/>
          <p:nvPr/>
        </p:nvSpPr>
        <p:spPr>
          <a:xfrm>
            <a:off x="2697479" y="7064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5" name="object 525"/>
          <p:cNvSpPr/>
          <p:nvPr/>
        </p:nvSpPr>
        <p:spPr>
          <a:xfrm>
            <a:off x="2697479" y="6836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6" name="object 526"/>
          <p:cNvSpPr/>
          <p:nvPr/>
        </p:nvSpPr>
        <p:spPr>
          <a:xfrm>
            <a:off x="2697479" y="6607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7" name="object 527"/>
          <p:cNvSpPr/>
          <p:nvPr/>
        </p:nvSpPr>
        <p:spPr>
          <a:xfrm>
            <a:off x="2697479" y="6379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8" name="object 528"/>
          <p:cNvSpPr/>
          <p:nvPr/>
        </p:nvSpPr>
        <p:spPr>
          <a:xfrm>
            <a:off x="2697479" y="6150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9" name="object 529"/>
          <p:cNvSpPr/>
          <p:nvPr/>
        </p:nvSpPr>
        <p:spPr>
          <a:xfrm>
            <a:off x="2697479" y="5921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0" name="object 530"/>
          <p:cNvSpPr/>
          <p:nvPr/>
        </p:nvSpPr>
        <p:spPr>
          <a:xfrm>
            <a:off x="2697479" y="5693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1" name="object 531"/>
          <p:cNvSpPr/>
          <p:nvPr/>
        </p:nvSpPr>
        <p:spPr>
          <a:xfrm>
            <a:off x="2697479" y="5464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2" name="object 532"/>
          <p:cNvSpPr/>
          <p:nvPr/>
        </p:nvSpPr>
        <p:spPr>
          <a:xfrm>
            <a:off x="2697479" y="5236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3" name="object 533"/>
          <p:cNvSpPr/>
          <p:nvPr/>
        </p:nvSpPr>
        <p:spPr>
          <a:xfrm>
            <a:off x="2697479" y="5007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4" name="object 534"/>
          <p:cNvSpPr/>
          <p:nvPr/>
        </p:nvSpPr>
        <p:spPr>
          <a:xfrm>
            <a:off x="2697479" y="4778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5" name="object 535"/>
          <p:cNvSpPr/>
          <p:nvPr/>
        </p:nvSpPr>
        <p:spPr>
          <a:xfrm>
            <a:off x="2697479" y="4550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6" name="object 536"/>
          <p:cNvSpPr/>
          <p:nvPr/>
        </p:nvSpPr>
        <p:spPr>
          <a:xfrm>
            <a:off x="2697479" y="4321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7" name="object 537"/>
          <p:cNvSpPr/>
          <p:nvPr/>
        </p:nvSpPr>
        <p:spPr>
          <a:xfrm>
            <a:off x="2697479" y="4093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8" name="object 538"/>
          <p:cNvSpPr/>
          <p:nvPr/>
        </p:nvSpPr>
        <p:spPr>
          <a:xfrm>
            <a:off x="2697479" y="3864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9" name="object 539"/>
          <p:cNvSpPr/>
          <p:nvPr/>
        </p:nvSpPr>
        <p:spPr>
          <a:xfrm>
            <a:off x="2697479" y="3635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0" name="object 540"/>
          <p:cNvSpPr/>
          <p:nvPr/>
        </p:nvSpPr>
        <p:spPr>
          <a:xfrm>
            <a:off x="2697479" y="3407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1" name="object 541"/>
          <p:cNvSpPr/>
          <p:nvPr/>
        </p:nvSpPr>
        <p:spPr>
          <a:xfrm>
            <a:off x="2697479" y="3178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2" name="object 542"/>
          <p:cNvSpPr/>
          <p:nvPr/>
        </p:nvSpPr>
        <p:spPr>
          <a:xfrm>
            <a:off x="2697479" y="2950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3" name="object 543"/>
          <p:cNvSpPr/>
          <p:nvPr/>
        </p:nvSpPr>
        <p:spPr>
          <a:xfrm>
            <a:off x="2697479" y="2721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4" name="object 544"/>
          <p:cNvSpPr/>
          <p:nvPr/>
        </p:nvSpPr>
        <p:spPr>
          <a:xfrm>
            <a:off x="2697479" y="2492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5" name="object 545"/>
          <p:cNvSpPr/>
          <p:nvPr/>
        </p:nvSpPr>
        <p:spPr>
          <a:xfrm>
            <a:off x="2697479" y="2264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6" name="object 546"/>
          <p:cNvSpPr/>
          <p:nvPr/>
        </p:nvSpPr>
        <p:spPr>
          <a:xfrm>
            <a:off x="2697479" y="2035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7" name="object 547"/>
          <p:cNvSpPr/>
          <p:nvPr/>
        </p:nvSpPr>
        <p:spPr>
          <a:xfrm>
            <a:off x="2697479" y="1807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8" name="object 548"/>
          <p:cNvSpPr/>
          <p:nvPr/>
        </p:nvSpPr>
        <p:spPr>
          <a:xfrm>
            <a:off x="2697479" y="1578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9" name="object 549"/>
          <p:cNvSpPr/>
          <p:nvPr/>
        </p:nvSpPr>
        <p:spPr>
          <a:xfrm>
            <a:off x="2697479" y="1349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0" name="object 550"/>
          <p:cNvSpPr/>
          <p:nvPr/>
        </p:nvSpPr>
        <p:spPr>
          <a:xfrm>
            <a:off x="2697479" y="1121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1" name="object 551"/>
          <p:cNvSpPr/>
          <p:nvPr/>
        </p:nvSpPr>
        <p:spPr>
          <a:xfrm>
            <a:off x="2697479" y="892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2" name="object 552"/>
          <p:cNvSpPr/>
          <p:nvPr/>
        </p:nvSpPr>
        <p:spPr>
          <a:xfrm>
            <a:off x="2697479" y="664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3" name="object 553"/>
          <p:cNvSpPr/>
          <p:nvPr/>
        </p:nvSpPr>
        <p:spPr>
          <a:xfrm>
            <a:off x="2697479" y="435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4" name="object 554"/>
          <p:cNvSpPr/>
          <p:nvPr/>
        </p:nvSpPr>
        <p:spPr>
          <a:xfrm>
            <a:off x="2697479" y="206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5" name="object 555"/>
          <p:cNvSpPr/>
          <p:nvPr/>
        </p:nvSpPr>
        <p:spPr>
          <a:xfrm>
            <a:off x="2926079" y="10493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6" name="object 556"/>
          <p:cNvSpPr/>
          <p:nvPr/>
        </p:nvSpPr>
        <p:spPr>
          <a:xfrm>
            <a:off x="2926079" y="10265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7" name="object 557"/>
          <p:cNvSpPr/>
          <p:nvPr/>
        </p:nvSpPr>
        <p:spPr>
          <a:xfrm>
            <a:off x="2926079" y="10036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8" name="object 558"/>
          <p:cNvSpPr/>
          <p:nvPr/>
        </p:nvSpPr>
        <p:spPr>
          <a:xfrm>
            <a:off x="2926079" y="9808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9" name="object 559"/>
          <p:cNvSpPr/>
          <p:nvPr/>
        </p:nvSpPr>
        <p:spPr>
          <a:xfrm>
            <a:off x="2926079" y="9579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0" name="object 560"/>
          <p:cNvSpPr/>
          <p:nvPr/>
        </p:nvSpPr>
        <p:spPr>
          <a:xfrm>
            <a:off x="2926079" y="9350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1" name="object 561"/>
          <p:cNvSpPr/>
          <p:nvPr/>
        </p:nvSpPr>
        <p:spPr>
          <a:xfrm>
            <a:off x="2926079" y="9122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2" name="object 562"/>
          <p:cNvSpPr/>
          <p:nvPr/>
        </p:nvSpPr>
        <p:spPr>
          <a:xfrm>
            <a:off x="2926079" y="8893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3" name="object 563"/>
          <p:cNvSpPr/>
          <p:nvPr/>
        </p:nvSpPr>
        <p:spPr>
          <a:xfrm>
            <a:off x="2926079" y="8665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4" name="object 564"/>
          <p:cNvSpPr/>
          <p:nvPr/>
        </p:nvSpPr>
        <p:spPr>
          <a:xfrm>
            <a:off x="2926079" y="8436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5" name="object 565"/>
          <p:cNvSpPr/>
          <p:nvPr/>
        </p:nvSpPr>
        <p:spPr>
          <a:xfrm>
            <a:off x="2926079" y="8207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6" name="object 566"/>
          <p:cNvSpPr/>
          <p:nvPr/>
        </p:nvSpPr>
        <p:spPr>
          <a:xfrm>
            <a:off x="2926079" y="7979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7" name="object 567"/>
          <p:cNvSpPr/>
          <p:nvPr/>
        </p:nvSpPr>
        <p:spPr>
          <a:xfrm>
            <a:off x="2926079" y="7750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8" name="object 568"/>
          <p:cNvSpPr/>
          <p:nvPr/>
        </p:nvSpPr>
        <p:spPr>
          <a:xfrm>
            <a:off x="2926079" y="7522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69" name="object 569"/>
          <p:cNvSpPr/>
          <p:nvPr/>
        </p:nvSpPr>
        <p:spPr>
          <a:xfrm>
            <a:off x="2926079" y="7293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0" name="object 570"/>
          <p:cNvSpPr/>
          <p:nvPr/>
        </p:nvSpPr>
        <p:spPr>
          <a:xfrm>
            <a:off x="2926079" y="7064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1" name="object 571"/>
          <p:cNvSpPr/>
          <p:nvPr/>
        </p:nvSpPr>
        <p:spPr>
          <a:xfrm>
            <a:off x="2926079" y="6836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2" name="object 572"/>
          <p:cNvSpPr/>
          <p:nvPr/>
        </p:nvSpPr>
        <p:spPr>
          <a:xfrm>
            <a:off x="2926079" y="6607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3" name="object 573"/>
          <p:cNvSpPr/>
          <p:nvPr/>
        </p:nvSpPr>
        <p:spPr>
          <a:xfrm>
            <a:off x="2926079" y="6379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4" name="object 574"/>
          <p:cNvSpPr/>
          <p:nvPr/>
        </p:nvSpPr>
        <p:spPr>
          <a:xfrm>
            <a:off x="2926079" y="6150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5" name="object 575"/>
          <p:cNvSpPr/>
          <p:nvPr/>
        </p:nvSpPr>
        <p:spPr>
          <a:xfrm>
            <a:off x="2926079" y="5921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6" name="object 576"/>
          <p:cNvSpPr/>
          <p:nvPr/>
        </p:nvSpPr>
        <p:spPr>
          <a:xfrm>
            <a:off x="2926079" y="5693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7" name="object 577"/>
          <p:cNvSpPr/>
          <p:nvPr/>
        </p:nvSpPr>
        <p:spPr>
          <a:xfrm>
            <a:off x="2926079" y="5464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8" name="object 578"/>
          <p:cNvSpPr/>
          <p:nvPr/>
        </p:nvSpPr>
        <p:spPr>
          <a:xfrm>
            <a:off x="2926079" y="5236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79" name="object 579"/>
          <p:cNvSpPr/>
          <p:nvPr/>
        </p:nvSpPr>
        <p:spPr>
          <a:xfrm>
            <a:off x="2926079" y="5007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0" name="object 580"/>
          <p:cNvSpPr/>
          <p:nvPr/>
        </p:nvSpPr>
        <p:spPr>
          <a:xfrm>
            <a:off x="2926079" y="4778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1" name="object 581"/>
          <p:cNvSpPr/>
          <p:nvPr/>
        </p:nvSpPr>
        <p:spPr>
          <a:xfrm>
            <a:off x="2926079" y="4550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2" name="object 582"/>
          <p:cNvSpPr/>
          <p:nvPr/>
        </p:nvSpPr>
        <p:spPr>
          <a:xfrm>
            <a:off x="2926079" y="4321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3" name="object 583"/>
          <p:cNvSpPr/>
          <p:nvPr/>
        </p:nvSpPr>
        <p:spPr>
          <a:xfrm>
            <a:off x="2926079" y="4093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4" name="object 584"/>
          <p:cNvSpPr/>
          <p:nvPr/>
        </p:nvSpPr>
        <p:spPr>
          <a:xfrm>
            <a:off x="2926079" y="3864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5" name="object 585"/>
          <p:cNvSpPr/>
          <p:nvPr/>
        </p:nvSpPr>
        <p:spPr>
          <a:xfrm>
            <a:off x="2926079" y="3635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6" name="object 586"/>
          <p:cNvSpPr/>
          <p:nvPr/>
        </p:nvSpPr>
        <p:spPr>
          <a:xfrm>
            <a:off x="2926079" y="3407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7" name="object 587"/>
          <p:cNvSpPr/>
          <p:nvPr/>
        </p:nvSpPr>
        <p:spPr>
          <a:xfrm>
            <a:off x="2926079" y="3178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8" name="object 588"/>
          <p:cNvSpPr/>
          <p:nvPr/>
        </p:nvSpPr>
        <p:spPr>
          <a:xfrm>
            <a:off x="2926079" y="2950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89" name="object 589"/>
          <p:cNvSpPr/>
          <p:nvPr/>
        </p:nvSpPr>
        <p:spPr>
          <a:xfrm>
            <a:off x="2926079" y="2721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0" name="object 590"/>
          <p:cNvSpPr/>
          <p:nvPr/>
        </p:nvSpPr>
        <p:spPr>
          <a:xfrm>
            <a:off x="2926079" y="2492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1" name="object 591"/>
          <p:cNvSpPr/>
          <p:nvPr/>
        </p:nvSpPr>
        <p:spPr>
          <a:xfrm>
            <a:off x="2926079" y="2264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2" name="object 592"/>
          <p:cNvSpPr/>
          <p:nvPr/>
        </p:nvSpPr>
        <p:spPr>
          <a:xfrm>
            <a:off x="2926079" y="2035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3" name="object 593"/>
          <p:cNvSpPr/>
          <p:nvPr/>
        </p:nvSpPr>
        <p:spPr>
          <a:xfrm>
            <a:off x="2926079" y="1807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4" name="object 594"/>
          <p:cNvSpPr/>
          <p:nvPr/>
        </p:nvSpPr>
        <p:spPr>
          <a:xfrm>
            <a:off x="2926079" y="1578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5" name="object 595"/>
          <p:cNvSpPr/>
          <p:nvPr/>
        </p:nvSpPr>
        <p:spPr>
          <a:xfrm>
            <a:off x="2926079" y="1349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6" name="object 596"/>
          <p:cNvSpPr/>
          <p:nvPr/>
        </p:nvSpPr>
        <p:spPr>
          <a:xfrm>
            <a:off x="2926079" y="1121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7" name="object 597"/>
          <p:cNvSpPr/>
          <p:nvPr/>
        </p:nvSpPr>
        <p:spPr>
          <a:xfrm>
            <a:off x="2926079" y="892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8" name="object 598"/>
          <p:cNvSpPr/>
          <p:nvPr/>
        </p:nvSpPr>
        <p:spPr>
          <a:xfrm>
            <a:off x="2926079" y="664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99" name="object 599"/>
          <p:cNvSpPr/>
          <p:nvPr/>
        </p:nvSpPr>
        <p:spPr>
          <a:xfrm>
            <a:off x="2926079" y="435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0" name="object 600"/>
          <p:cNvSpPr/>
          <p:nvPr/>
        </p:nvSpPr>
        <p:spPr>
          <a:xfrm>
            <a:off x="2926079" y="206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1" name="object 601"/>
          <p:cNvSpPr/>
          <p:nvPr/>
        </p:nvSpPr>
        <p:spPr>
          <a:xfrm>
            <a:off x="3154679" y="10493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2" name="object 602"/>
          <p:cNvSpPr/>
          <p:nvPr/>
        </p:nvSpPr>
        <p:spPr>
          <a:xfrm>
            <a:off x="3154679" y="10265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3" name="object 603"/>
          <p:cNvSpPr/>
          <p:nvPr/>
        </p:nvSpPr>
        <p:spPr>
          <a:xfrm>
            <a:off x="3154679" y="10036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4" name="object 604"/>
          <p:cNvSpPr/>
          <p:nvPr/>
        </p:nvSpPr>
        <p:spPr>
          <a:xfrm>
            <a:off x="3154679" y="9808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5" name="object 605"/>
          <p:cNvSpPr/>
          <p:nvPr/>
        </p:nvSpPr>
        <p:spPr>
          <a:xfrm>
            <a:off x="3154679" y="9579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6" name="object 606"/>
          <p:cNvSpPr/>
          <p:nvPr/>
        </p:nvSpPr>
        <p:spPr>
          <a:xfrm>
            <a:off x="3154679" y="9350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7" name="object 607"/>
          <p:cNvSpPr/>
          <p:nvPr/>
        </p:nvSpPr>
        <p:spPr>
          <a:xfrm>
            <a:off x="3154679" y="9122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8" name="object 608"/>
          <p:cNvSpPr/>
          <p:nvPr/>
        </p:nvSpPr>
        <p:spPr>
          <a:xfrm>
            <a:off x="3154679" y="8893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09" name="object 609"/>
          <p:cNvSpPr/>
          <p:nvPr/>
        </p:nvSpPr>
        <p:spPr>
          <a:xfrm>
            <a:off x="3154679" y="8665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0" name="object 610"/>
          <p:cNvSpPr/>
          <p:nvPr/>
        </p:nvSpPr>
        <p:spPr>
          <a:xfrm>
            <a:off x="3154679" y="8436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1" name="object 611"/>
          <p:cNvSpPr/>
          <p:nvPr/>
        </p:nvSpPr>
        <p:spPr>
          <a:xfrm>
            <a:off x="3154679" y="8207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2" name="object 612"/>
          <p:cNvSpPr/>
          <p:nvPr/>
        </p:nvSpPr>
        <p:spPr>
          <a:xfrm>
            <a:off x="3154679" y="7979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3" name="object 613"/>
          <p:cNvSpPr/>
          <p:nvPr/>
        </p:nvSpPr>
        <p:spPr>
          <a:xfrm>
            <a:off x="3154679" y="7750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4" name="object 614"/>
          <p:cNvSpPr/>
          <p:nvPr/>
        </p:nvSpPr>
        <p:spPr>
          <a:xfrm>
            <a:off x="3154679" y="7522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5" name="object 615"/>
          <p:cNvSpPr/>
          <p:nvPr/>
        </p:nvSpPr>
        <p:spPr>
          <a:xfrm>
            <a:off x="3154679" y="7293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6" name="object 616"/>
          <p:cNvSpPr/>
          <p:nvPr/>
        </p:nvSpPr>
        <p:spPr>
          <a:xfrm>
            <a:off x="3154679" y="7064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7" name="object 617"/>
          <p:cNvSpPr/>
          <p:nvPr/>
        </p:nvSpPr>
        <p:spPr>
          <a:xfrm>
            <a:off x="3154679" y="6836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8" name="object 618"/>
          <p:cNvSpPr/>
          <p:nvPr/>
        </p:nvSpPr>
        <p:spPr>
          <a:xfrm>
            <a:off x="3154679" y="6607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19" name="object 619"/>
          <p:cNvSpPr/>
          <p:nvPr/>
        </p:nvSpPr>
        <p:spPr>
          <a:xfrm>
            <a:off x="3154679" y="6379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0" name="object 620"/>
          <p:cNvSpPr/>
          <p:nvPr/>
        </p:nvSpPr>
        <p:spPr>
          <a:xfrm>
            <a:off x="3154679" y="6150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1" name="object 621"/>
          <p:cNvSpPr/>
          <p:nvPr/>
        </p:nvSpPr>
        <p:spPr>
          <a:xfrm>
            <a:off x="3154679" y="5921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2" name="object 622"/>
          <p:cNvSpPr/>
          <p:nvPr/>
        </p:nvSpPr>
        <p:spPr>
          <a:xfrm>
            <a:off x="3154679" y="5693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3" name="object 623"/>
          <p:cNvSpPr/>
          <p:nvPr/>
        </p:nvSpPr>
        <p:spPr>
          <a:xfrm>
            <a:off x="3154679" y="5464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4" name="object 624"/>
          <p:cNvSpPr/>
          <p:nvPr/>
        </p:nvSpPr>
        <p:spPr>
          <a:xfrm>
            <a:off x="3154679" y="5236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5" name="object 625"/>
          <p:cNvSpPr/>
          <p:nvPr/>
        </p:nvSpPr>
        <p:spPr>
          <a:xfrm>
            <a:off x="3154679" y="5007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6" name="object 626"/>
          <p:cNvSpPr/>
          <p:nvPr/>
        </p:nvSpPr>
        <p:spPr>
          <a:xfrm>
            <a:off x="3154679" y="4778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7" name="object 627"/>
          <p:cNvSpPr/>
          <p:nvPr/>
        </p:nvSpPr>
        <p:spPr>
          <a:xfrm>
            <a:off x="3154679" y="4550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8" name="object 628"/>
          <p:cNvSpPr/>
          <p:nvPr/>
        </p:nvSpPr>
        <p:spPr>
          <a:xfrm>
            <a:off x="3154679" y="4321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29" name="object 629"/>
          <p:cNvSpPr/>
          <p:nvPr/>
        </p:nvSpPr>
        <p:spPr>
          <a:xfrm>
            <a:off x="3154679" y="4093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0" name="object 630"/>
          <p:cNvSpPr/>
          <p:nvPr/>
        </p:nvSpPr>
        <p:spPr>
          <a:xfrm>
            <a:off x="3154679" y="3864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1" name="object 631"/>
          <p:cNvSpPr/>
          <p:nvPr/>
        </p:nvSpPr>
        <p:spPr>
          <a:xfrm>
            <a:off x="3154679" y="3635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2" name="object 632"/>
          <p:cNvSpPr/>
          <p:nvPr/>
        </p:nvSpPr>
        <p:spPr>
          <a:xfrm>
            <a:off x="3154679" y="3407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3" name="object 633"/>
          <p:cNvSpPr/>
          <p:nvPr/>
        </p:nvSpPr>
        <p:spPr>
          <a:xfrm>
            <a:off x="3154679" y="3178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4" name="object 634"/>
          <p:cNvSpPr/>
          <p:nvPr/>
        </p:nvSpPr>
        <p:spPr>
          <a:xfrm>
            <a:off x="3154679" y="2950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5" name="object 635"/>
          <p:cNvSpPr/>
          <p:nvPr/>
        </p:nvSpPr>
        <p:spPr>
          <a:xfrm>
            <a:off x="3154679" y="2721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6" name="object 636"/>
          <p:cNvSpPr/>
          <p:nvPr/>
        </p:nvSpPr>
        <p:spPr>
          <a:xfrm>
            <a:off x="3154679" y="2492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7" name="object 637"/>
          <p:cNvSpPr/>
          <p:nvPr/>
        </p:nvSpPr>
        <p:spPr>
          <a:xfrm>
            <a:off x="3154679" y="2264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8" name="object 638"/>
          <p:cNvSpPr/>
          <p:nvPr/>
        </p:nvSpPr>
        <p:spPr>
          <a:xfrm>
            <a:off x="3154679" y="2035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39" name="object 639"/>
          <p:cNvSpPr/>
          <p:nvPr/>
        </p:nvSpPr>
        <p:spPr>
          <a:xfrm>
            <a:off x="3154679" y="1807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0" name="object 640"/>
          <p:cNvSpPr/>
          <p:nvPr/>
        </p:nvSpPr>
        <p:spPr>
          <a:xfrm>
            <a:off x="3154679" y="1578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1" name="object 641"/>
          <p:cNvSpPr/>
          <p:nvPr/>
        </p:nvSpPr>
        <p:spPr>
          <a:xfrm>
            <a:off x="3154679" y="1349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2" name="object 642"/>
          <p:cNvSpPr/>
          <p:nvPr/>
        </p:nvSpPr>
        <p:spPr>
          <a:xfrm>
            <a:off x="3154679" y="1121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3" name="object 643"/>
          <p:cNvSpPr/>
          <p:nvPr/>
        </p:nvSpPr>
        <p:spPr>
          <a:xfrm>
            <a:off x="3154679" y="892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4" name="object 644"/>
          <p:cNvSpPr/>
          <p:nvPr/>
        </p:nvSpPr>
        <p:spPr>
          <a:xfrm>
            <a:off x="3154679" y="664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5" name="object 645"/>
          <p:cNvSpPr/>
          <p:nvPr/>
        </p:nvSpPr>
        <p:spPr>
          <a:xfrm>
            <a:off x="3154679" y="435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6" name="object 646"/>
          <p:cNvSpPr/>
          <p:nvPr/>
        </p:nvSpPr>
        <p:spPr>
          <a:xfrm>
            <a:off x="3154679" y="206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39" y="11828"/>
                </a:lnTo>
                <a:lnTo>
                  <a:pt x="15239" y="7620"/>
                </a:lnTo>
                <a:lnTo>
                  <a:pt x="15239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7" name="object 647"/>
          <p:cNvSpPr/>
          <p:nvPr/>
        </p:nvSpPr>
        <p:spPr>
          <a:xfrm>
            <a:off x="3383279" y="10493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8" name="object 648"/>
          <p:cNvSpPr/>
          <p:nvPr/>
        </p:nvSpPr>
        <p:spPr>
          <a:xfrm>
            <a:off x="3383279" y="10265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49" name="object 649"/>
          <p:cNvSpPr/>
          <p:nvPr/>
        </p:nvSpPr>
        <p:spPr>
          <a:xfrm>
            <a:off x="3383279" y="10036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0" name="object 650"/>
          <p:cNvSpPr/>
          <p:nvPr/>
        </p:nvSpPr>
        <p:spPr>
          <a:xfrm>
            <a:off x="3383279" y="9808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1" name="object 651"/>
          <p:cNvSpPr/>
          <p:nvPr/>
        </p:nvSpPr>
        <p:spPr>
          <a:xfrm>
            <a:off x="3383279" y="9579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2" name="object 652"/>
          <p:cNvSpPr/>
          <p:nvPr/>
        </p:nvSpPr>
        <p:spPr>
          <a:xfrm>
            <a:off x="3383279" y="9350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3" name="object 653"/>
          <p:cNvSpPr/>
          <p:nvPr/>
        </p:nvSpPr>
        <p:spPr>
          <a:xfrm>
            <a:off x="3383279" y="9122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4" name="object 654"/>
          <p:cNvSpPr/>
          <p:nvPr/>
        </p:nvSpPr>
        <p:spPr>
          <a:xfrm>
            <a:off x="3383279" y="8893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5" name="object 655"/>
          <p:cNvSpPr/>
          <p:nvPr/>
        </p:nvSpPr>
        <p:spPr>
          <a:xfrm>
            <a:off x="3383279" y="8665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6" name="object 656"/>
          <p:cNvSpPr/>
          <p:nvPr/>
        </p:nvSpPr>
        <p:spPr>
          <a:xfrm>
            <a:off x="3383279" y="8436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7" name="object 657"/>
          <p:cNvSpPr/>
          <p:nvPr/>
        </p:nvSpPr>
        <p:spPr>
          <a:xfrm>
            <a:off x="3383279" y="8207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8" name="object 658"/>
          <p:cNvSpPr/>
          <p:nvPr/>
        </p:nvSpPr>
        <p:spPr>
          <a:xfrm>
            <a:off x="3383279" y="7979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59" name="object 659"/>
          <p:cNvSpPr/>
          <p:nvPr/>
        </p:nvSpPr>
        <p:spPr>
          <a:xfrm>
            <a:off x="3383279" y="7750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0" name="object 660"/>
          <p:cNvSpPr/>
          <p:nvPr/>
        </p:nvSpPr>
        <p:spPr>
          <a:xfrm>
            <a:off x="3383279" y="7522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1" name="object 661"/>
          <p:cNvSpPr/>
          <p:nvPr/>
        </p:nvSpPr>
        <p:spPr>
          <a:xfrm>
            <a:off x="3383279" y="7293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2" name="object 662"/>
          <p:cNvSpPr/>
          <p:nvPr/>
        </p:nvSpPr>
        <p:spPr>
          <a:xfrm>
            <a:off x="3383279" y="7064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3" name="object 663"/>
          <p:cNvSpPr/>
          <p:nvPr/>
        </p:nvSpPr>
        <p:spPr>
          <a:xfrm>
            <a:off x="3383279" y="6836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4" name="object 664"/>
          <p:cNvSpPr/>
          <p:nvPr/>
        </p:nvSpPr>
        <p:spPr>
          <a:xfrm>
            <a:off x="3383279" y="6607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5" name="object 665"/>
          <p:cNvSpPr/>
          <p:nvPr/>
        </p:nvSpPr>
        <p:spPr>
          <a:xfrm>
            <a:off x="3383279" y="6379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6" name="object 666"/>
          <p:cNvSpPr/>
          <p:nvPr/>
        </p:nvSpPr>
        <p:spPr>
          <a:xfrm>
            <a:off x="3383279" y="6150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7" name="object 667"/>
          <p:cNvSpPr/>
          <p:nvPr/>
        </p:nvSpPr>
        <p:spPr>
          <a:xfrm>
            <a:off x="3383279" y="5921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8" name="object 668"/>
          <p:cNvSpPr/>
          <p:nvPr/>
        </p:nvSpPr>
        <p:spPr>
          <a:xfrm>
            <a:off x="3383279" y="5693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69" name="object 669"/>
          <p:cNvSpPr/>
          <p:nvPr/>
        </p:nvSpPr>
        <p:spPr>
          <a:xfrm>
            <a:off x="3383279" y="5464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0" name="object 670"/>
          <p:cNvSpPr/>
          <p:nvPr/>
        </p:nvSpPr>
        <p:spPr>
          <a:xfrm>
            <a:off x="3383279" y="5236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1" name="object 671"/>
          <p:cNvSpPr/>
          <p:nvPr/>
        </p:nvSpPr>
        <p:spPr>
          <a:xfrm>
            <a:off x="3383279" y="5007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2" name="object 672"/>
          <p:cNvSpPr/>
          <p:nvPr/>
        </p:nvSpPr>
        <p:spPr>
          <a:xfrm>
            <a:off x="3383279" y="4778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3" name="object 673"/>
          <p:cNvSpPr/>
          <p:nvPr/>
        </p:nvSpPr>
        <p:spPr>
          <a:xfrm>
            <a:off x="3383279" y="4550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4" name="object 674"/>
          <p:cNvSpPr/>
          <p:nvPr/>
        </p:nvSpPr>
        <p:spPr>
          <a:xfrm>
            <a:off x="3383279" y="4321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5" name="object 675"/>
          <p:cNvSpPr/>
          <p:nvPr/>
        </p:nvSpPr>
        <p:spPr>
          <a:xfrm>
            <a:off x="3383279" y="4093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6" name="object 676"/>
          <p:cNvSpPr/>
          <p:nvPr/>
        </p:nvSpPr>
        <p:spPr>
          <a:xfrm>
            <a:off x="3383279" y="3864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7" name="object 677"/>
          <p:cNvSpPr/>
          <p:nvPr/>
        </p:nvSpPr>
        <p:spPr>
          <a:xfrm>
            <a:off x="3383279" y="3635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8" name="object 678"/>
          <p:cNvSpPr/>
          <p:nvPr/>
        </p:nvSpPr>
        <p:spPr>
          <a:xfrm>
            <a:off x="3383279" y="3407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79" name="object 679"/>
          <p:cNvSpPr/>
          <p:nvPr/>
        </p:nvSpPr>
        <p:spPr>
          <a:xfrm>
            <a:off x="3383279" y="3178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0" name="object 680"/>
          <p:cNvSpPr/>
          <p:nvPr/>
        </p:nvSpPr>
        <p:spPr>
          <a:xfrm>
            <a:off x="3383279" y="2950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1" name="object 681"/>
          <p:cNvSpPr/>
          <p:nvPr/>
        </p:nvSpPr>
        <p:spPr>
          <a:xfrm>
            <a:off x="3383279" y="2721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2" name="object 682"/>
          <p:cNvSpPr/>
          <p:nvPr/>
        </p:nvSpPr>
        <p:spPr>
          <a:xfrm>
            <a:off x="3383279" y="2492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3" name="object 683"/>
          <p:cNvSpPr/>
          <p:nvPr/>
        </p:nvSpPr>
        <p:spPr>
          <a:xfrm>
            <a:off x="3383279" y="2264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4" name="object 684"/>
          <p:cNvSpPr/>
          <p:nvPr/>
        </p:nvSpPr>
        <p:spPr>
          <a:xfrm>
            <a:off x="3383279" y="2035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5" name="object 685"/>
          <p:cNvSpPr/>
          <p:nvPr/>
        </p:nvSpPr>
        <p:spPr>
          <a:xfrm>
            <a:off x="3383279" y="1807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6" name="object 686"/>
          <p:cNvSpPr/>
          <p:nvPr/>
        </p:nvSpPr>
        <p:spPr>
          <a:xfrm>
            <a:off x="3383279" y="1578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7" name="object 687"/>
          <p:cNvSpPr/>
          <p:nvPr/>
        </p:nvSpPr>
        <p:spPr>
          <a:xfrm>
            <a:off x="3383279" y="1349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8" name="object 688"/>
          <p:cNvSpPr/>
          <p:nvPr/>
        </p:nvSpPr>
        <p:spPr>
          <a:xfrm>
            <a:off x="3383279" y="1121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89" name="object 689"/>
          <p:cNvSpPr/>
          <p:nvPr/>
        </p:nvSpPr>
        <p:spPr>
          <a:xfrm>
            <a:off x="3383279" y="892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0" name="object 690"/>
          <p:cNvSpPr/>
          <p:nvPr/>
        </p:nvSpPr>
        <p:spPr>
          <a:xfrm>
            <a:off x="3383279" y="664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1" name="object 691"/>
          <p:cNvSpPr/>
          <p:nvPr/>
        </p:nvSpPr>
        <p:spPr>
          <a:xfrm>
            <a:off x="3383279" y="435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2" name="object 692"/>
          <p:cNvSpPr/>
          <p:nvPr/>
        </p:nvSpPr>
        <p:spPr>
          <a:xfrm>
            <a:off x="3383279" y="206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3" name="object 693"/>
          <p:cNvSpPr/>
          <p:nvPr/>
        </p:nvSpPr>
        <p:spPr>
          <a:xfrm>
            <a:off x="3611879" y="10493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4" name="object 694"/>
          <p:cNvSpPr/>
          <p:nvPr/>
        </p:nvSpPr>
        <p:spPr>
          <a:xfrm>
            <a:off x="3611879" y="10265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5" name="object 695"/>
          <p:cNvSpPr/>
          <p:nvPr/>
        </p:nvSpPr>
        <p:spPr>
          <a:xfrm>
            <a:off x="3611879" y="10036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6" name="object 696"/>
          <p:cNvSpPr/>
          <p:nvPr/>
        </p:nvSpPr>
        <p:spPr>
          <a:xfrm>
            <a:off x="3611879" y="9808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7" name="object 697"/>
          <p:cNvSpPr/>
          <p:nvPr/>
        </p:nvSpPr>
        <p:spPr>
          <a:xfrm>
            <a:off x="3611879" y="9579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8" name="object 698"/>
          <p:cNvSpPr/>
          <p:nvPr/>
        </p:nvSpPr>
        <p:spPr>
          <a:xfrm>
            <a:off x="3611879" y="9350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99" name="object 699"/>
          <p:cNvSpPr/>
          <p:nvPr/>
        </p:nvSpPr>
        <p:spPr>
          <a:xfrm>
            <a:off x="3611879" y="9122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0" name="object 700"/>
          <p:cNvSpPr/>
          <p:nvPr/>
        </p:nvSpPr>
        <p:spPr>
          <a:xfrm>
            <a:off x="3611879" y="8893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1" name="object 701"/>
          <p:cNvSpPr/>
          <p:nvPr/>
        </p:nvSpPr>
        <p:spPr>
          <a:xfrm>
            <a:off x="3611879" y="8665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2" name="object 702"/>
          <p:cNvSpPr/>
          <p:nvPr/>
        </p:nvSpPr>
        <p:spPr>
          <a:xfrm>
            <a:off x="3611879" y="8436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3" name="object 703"/>
          <p:cNvSpPr/>
          <p:nvPr/>
        </p:nvSpPr>
        <p:spPr>
          <a:xfrm>
            <a:off x="3611879" y="8207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4" name="object 704"/>
          <p:cNvSpPr/>
          <p:nvPr/>
        </p:nvSpPr>
        <p:spPr>
          <a:xfrm>
            <a:off x="3611879" y="7979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5" name="object 705"/>
          <p:cNvSpPr/>
          <p:nvPr/>
        </p:nvSpPr>
        <p:spPr>
          <a:xfrm>
            <a:off x="3611879" y="7750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6" name="object 706"/>
          <p:cNvSpPr/>
          <p:nvPr/>
        </p:nvSpPr>
        <p:spPr>
          <a:xfrm>
            <a:off x="3611879" y="7522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7" name="object 707"/>
          <p:cNvSpPr/>
          <p:nvPr/>
        </p:nvSpPr>
        <p:spPr>
          <a:xfrm>
            <a:off x="3611879" y="7293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8" name="object 708"/>
          <p:cNvSpPr/>
          <p:nvPr/>
        </p:nvSpPr>
        <p:spPr>
          <a:xfrm>
            <a:off x="3611879" y="7064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09" name="object 709"/>
          <p:cNvSpPr/>
          <p:nvPr/>
        </p:nvSpPr>
        <p:spPr>
          <a:xfrm>
            <a:off x="3611879" y="6836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0" name="object 710"/>
          <p:cNvSpPr/>
          <p:nvPr/>
        </p:nvSpPr>
        <p:spPr>
          <a:xfrm>
            <a:off x="3611879" y="6607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1" name="object 711"/>
          <p:cNvSpPr/>
          <p:nvPr/>
        </p:nvSpPr>
        <p:spPr>
          <a:xfrm>
            <a:off x="3611879" y="6379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2" name="object 712"/>
          <p:cNvSpPr/>
          <p:nvPr/>
        </p:nvSpPr>
        <p:spPr>
          <a:xfrm>
            <a:off x="3611879" y="6150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3" name="object 713"/>
          <p:cNvSpPr/>
          <p:nvPr/>
        </p:nvSpPr>
        <p:spPr>
          <a:xfrm>
            <a:off x="3611879" y="5921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4" name="object 714"/>
          <p:cNvSpPr/>
          <p:nvPr/>
        </p:nvSpPr>
        <p:spPr>
          <a:xfrm>
            <a:off x="3611879" y="5693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5" name="object 715"/>
          <p:cNvSpPr/>
          <p:nvPr/>
        </p:nvSpPr>
        <p:spPr>
          <a:xfrm>
            <a:off x="3611879" y="5464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6" name="object 716"/>
          <p:cNvSpPr/>
          <p:nvPr/>
        </p:nvSpPr>
        <p:spPr>
          <a:xfrm>
            <a:off x="3611879" y="5236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7" name="object 717"/>
          <p:cNvSpPr/>
          <p:nvPr/>
        </p:nvSpPr>
        <p:spPr>
          <a:xfrm>
            <a:off x="3611879" y="5007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8" name="object 718"/>
          <p:cNvSpPr/>
          <p:nvPr/>
        </p:nvSpPr>
        <p:spPr>
          <a:xfrm>
            <a:off x="3611879" y="4778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19" name="object 719"/>
          <p:cNvSpPr/>
          <p:nvPr/>
        </p:nvSpPr>
        <p:spPr>
          <a:xfrm>
            <a:off x="3611879" y="4550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0" name="object 720"/>
          <p:cNvSpPr/>
          <p:nvPr/>
        </p:nvSpPr>
        <p:spPr>
          <a:xfrm>
            <a:off x="3611879" y="4321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1" name="object 721"/>
          <p:cNvSpPr/>
          <p:nvPr/>
        </p:nvSpPr>
        <p:spPr>
          <a:xfrm>
            <a:off x="3611879" y="4093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2" name="object 722"/>
          <p:cNvSpPr/>
          <p:nvPr/>
        </p:nvSpPr>
        <p:spPr>
          <a:xfrm>
            <a:off x="3611879" y="3864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3" name="object 723"/>
          <p:cNvSpPr/>
          <p:nvPr/>
        </p:nvSpPr>
        <p:spPr>
          <a:xfrm>
            <a:off x="3611879" y="3635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4" name="object 724"/>
          <p:cNvSpPr/>
          <p:nvPr/>
        </p:nvSpPr>
        <p:spPr>
          <a:xfrm>
            <a:off x="3611879" y="3407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5" name="object 725"/>
          <p:cNvSpPr/>
          <p:nvPr/>
        </p:nvSpPr>
        <p:spPr>
          <a:xfrm>
            <a:off x="3611879" y="3178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6" name="object 726"/>
          <p:cNvSpPr/>
          <p:nvPr/>
        </p:nvSpPr>
        <p:spPr>
          <a:xfrm>
            <a:off x="3611879" y="2950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7" name="object 727"/>
          <p:cNvSpPr/>
          <p:nvPr/>
        </p:nvSpPr>
        <p:spPr>
          <a:xfrm>
            <a:off x="3611879" y="2721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8" name="object 728"/>
          <p:cNvSpPr/>
          <p:nvPr/>
        </p:nvSpPr>
        <p:spPr>
          <a:xfrm>
            <a:off x="3611879" y="2492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29" name="object 729"/>
          <p:cNvSpPr/>
          <p:nvPr/>
        </p:nvSpPr>
        <p:spPr>
          <a:xfrm>
            <a:off x="3611879" y="2264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0" name="object 730"/>
          <p:cNvSpPr/>
          <p:nvPr/>
        </p:nvSpPr>
        <p:spPr>
          <a:xfrm>
            <a:off x="3611879" y="2035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1" name="object 731"/>
          <p:cNvSpPr/>
          <p:nvPr/>
        </p:nvSpPr>
        <p:spPr>
          <a:xfrm>
            <a:off x="3611879" y="1807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2" name="object 732"/>
          <p:cNvSpPr/>
          <p:nvPr/>
        </p:nvSpPr>
        <p:spPr>
          <a:xfrm>
            <a:off x="3611879" y="1578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3" name="object 733"/>
          <p:cNvSpPr/>
          <p:nvPr/>
        </p:nvSpPr>
        <p:spPr>
          <a:xfrm>
            <a:off x="3611879" y="1349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4" name="object 734"/>
          <p:cNvSpPr/>
          <p:nvPr/>
        </p:nvSpPr>
        <p:spPr>
          <a:xfrm>
            <a:off x="3611879" y="1121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5" name="object 735"/>
          <p:cNvSpPr/>
          <p:nvPr/>
        </p:nvSpPr>
        <p:spPr>
          <a:xfrm>
            <a:off x="3611879" y="892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6" name="object 736"/>
          <p:cNvSpPr/>
          <p:nvPr/>
        </p:nvSpPr>
        <p:spPr>
          <a:xfrm>
            <a:off x="3611879" y="664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7" name="object 737"/>
          <p:cNvSpPr/>
          <p:nvPr/>
        </p:nvSpPr>
        <p:spPr>
          <a:xfrm>
            <a:off x="3611879" y="435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8" name="object 738"/>
          <p:cNvSpPr/>
          <p:nvPr/>
        </p:nvSpPr>
        <p:spPr>
          <a:xfrm>
            <a:off x="3611879" y="206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39" name="object 739"/>
          <p:cNvSpPr/>
          <p:nvPr/>
        </p:nvSpPr>
        <p:spPr>
          <a:xfrm>
            <a:off x="3840479" y="10493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0" name="object 740"/>
          <p:cNvSpPr/>
          <p:nvPr/>
        </p:nvSpPr>
        <p:spPr>
          <a:xfrm>
            <a:off x="3840479" y="10265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1" name="object 741"/>
          <p:cNvSpPr/>
          <p:nvPr/>
        </p:nvSpPr>
        <p:spPr>
          <a:xfrm>
            <a:off x="3840479" y="10036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2" name="object 742"/>
          <p:cNvSpPr/>
          <p:nvPr/>
        </p:nvSpPr>
        <p:spPr>
          <a:xfrm>
            <a:off x="3840479" y="9808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3" name="object 743"/>
          <p:cNvSpPr/>
          <p:nvPr/>
        </p:nvSpPr>
        <p:spPr>
          <a:xfrm>
            <a:off x="3840479" y="9579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4" name="object 744"/>
          <p:cNvSpPr/>
          <p:nvPr/>
        </p:nvSpPr>
        <p:spPr>
          <a:xfrm>
            <a:off x="3840479" y="9350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5" name="object 745"/>
          <p:cNvSpPr/>
          <p:nvPr/>
        </p:nvSpPr>
        <p:spPr>
          <a:xfrm>
            <a:off x="3840479" y="9122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6" name="object 746"/>
          <p:cNvSpPr/>
          <p:nvPr/>
        </p:nvSpPr>
        <p:spPr>
          <a:xfrm>
            <a:off x="3840479" y="8893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7" name="object 747"/>
          <p:cNvSpPr/>
          <p:nvPr/>
        </p:nvSpPr>
        <p:spPr>
          <a:xfrm>
            <a:off x="3840479" y="8665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8" name="object 748"/>
          <p:cNvSpPr/>
          <p:nvPr/>
        </p:nvSpPr>
        <p:spPr>
          <a:xfrm>
            <a:off x="3840479" y="8436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49" name="object 749"/>
          <p:cNvSpPr/>
          <p:nvPr/>
        </p:nvSpPr>
        <p:spPr>
          <a:xfrm>
            <a:off x="3840479" y="8207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0" name="object 750"/>
          <p:cNvSpPr/>
          <p:nvPr/>
        </p:nvSpPr>
        <p:spPr>
          <a:xfrm>
            <a:off x="3840479" y="7979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1" name="object 751"/>
          <p:cNvSpPr/>
          <p:nvPr/>
        </p:nvSpPr>
        <p:spPr>
          <a:xfrm>
            <a:off x="3840479" y="7750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2" name="object 752"/>
          <p:cNvSpPr/>
          <p:nvPr/>
        </p:nvSpPr>
        <p:spPr>
          <a:xfrm>
            <a:off x="3840479" y="7522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3" name="object 753"/>
          <p:cNvSpPr/>
          <p:nvPr/>
        </p:nvSpPr>
        <p:spPr>
          <a:xfrm>
            <a:off x="3840479" y="7293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4" name="object 754"/>
          <p:cNvSpPr/>
          <p:nvPr/>
        </p:nvSpPr>
        <p:spPr>
          <a:xfrm>
            <a:off x="3840479" y="7064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5" name="object 755"/>
          <p:cNvSpPr/>
          <p:nvPr/>
        </p:nvSpPr>
        <p:spPr>
          <a:xfrm>
            <a:off x="3840479" y="6836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6" name="object 756"/>
          <p:cNvSpPr/>
          <p:nvPr/>
        </p:nvSpPr>
        <p:spPr>
          <a:xfrm>
            <a:off x="3840479" y="6607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7" name="object 757"/>
          <p:cNvSpPr/>
          <p:nvPr/>
        </p:nvSpPr>
        <p:spPr>
          <a:xfrm>
            <a:off x="3840479" y="6379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8" name="object 758"/>
          <p:cNvSpPr/>
          <p:nvPr/>
        </p:nvSpPr>
        <p:spPr>
          <a:xfrm>
            <a:off x="3840479" y="6150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59" name="object 759"/>
          <p:cNvSpPr/>
          <p:nvPr/>
        </p:nvSpPr>
        <p:spPr>
          <a:xfrm>
            <a:off x="3840479" y="5921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0" name="object 760"/>
          <p:cNvSpPr/>
          <p:nvPr/>
        </p:nvSpPr>
        <p:spPr>
          <a:xfrm>
            <a:off x="3840479" y="5693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1" name="object 761"/>
          <p:cNvSpPr/>
          <p:nvPr/>
        </p:nvSpPr>
        <p:spPr>
          <a:xfrm>
            <a:off x="3840479" y="5464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2" name="object 762"/>
          <p:cNvSpPr/>
          <p:nvPr/>
        </p:nvSpPr>
        <p:spPr>
          <a:xfrm>
            <a:off x="3840479" y="5236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3" name="object 763"/>
          <p:cNvSpPr/>
          <p:nvPr/>
        </p:nvSpPr>
        <p:spPr>
          <a:xfrm>
            <a:off x="3840479" y="5007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4" name="object 764"/>
          <p:cNvSpPr/>
          <p:nvPr/>
        </p:nvSpPr>
        <p:spPr>
          <a:xfrm>
            <a:off x="3840479" y="4778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5" name="object 765"/>
          <p:cNvSpPr/>
          <p:nvPr/>
        </p:nvSpPr>
        <p:spPr>
          <a:xfrm>
            <a:off x="3840479" y="4550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6" name="object 766"/>
          <p:cNvSpPr/>
          <p:nvPr/>
        </p:nvSpPr>
        <p:spPr>
          <a:xfrm>
            <a:off x="3840479" y="4321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7" name="object 767"/>
          <p:cNvSpPr/>
          <p:nvPr/>
        </p:nvSpPr>
        <p:spPr>
          <a:xfrm>
            <a:off x="3840479" y="4093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8" name="object 768"/>
          <p:cNvSpPr/>
          <p:nvPr/>
        </p:nvSpPr>
        <p:spPr>
          <a:xfrm>
            <a:off x="3840479" y="3864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69" name="object 769"/>
          <p:cNvSpPr/>
          <p:nvPr/>
        </p:nvSpPr>
        <p:spPr>
          <a:xfrm>
            <a:off x="3840479" y="3635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0" name="object 770"/>
          <p:cNvSpPr/>
          <p:nvPr/>
        </p:nvSpPr>
        <p:spPr>
          <a:xfrm>
            <a:off x="3840479" y="3407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1" name="object 771"/>
          <p:cNvSpPr/>
          <p:nvPr/>
        </p:nvSpPr>
        <p:spPr>
          <a:xfrm>
            <a:off x="3840479" y="3178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2" name="object 772"/>
          <p:cNvSpPr/>
          <p:nvPr/>
        </p:nvSpPr>
        <p:spPr>
          <a:xfrm>
            <a:off x="3840479" y="2950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3" name="object 773"/>
          <p:cNvSpPr/>
          <p:nvPr/>
        </p:nvSpPr>
        <p:spPr>
          <a:xfrm>
            <a:off x="3840479" y="2721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4" name="object 774"/>
          <p:cNvSpPr/>
          <p:nvPr/>
        </p:nvSpPr>
        <p:spPr>
          <a:xfrm>
            <a:off x="3840479" y="2492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5" name="object 775"/>
          <p:cNvSpPr/>
          <p:nvPr/>
        </p:nvSpPr>
        <p:spPr>
          <a:xfrm>
            <a:off x="3840479" y="2264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6" name="object 776"/>
          <p:cNvSpPr/>
          <p:nvPr/>
        </p:nvSpPr>
        <p:spPr>
          <a:xfrm>
            <a:off x="3840479" y="2035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7" name="object 777"/>
          <p:cNvSpPr/>
          <p:nvPr/>
        </p:nvSpPr>
        <p:spPr>
          <a:xfrm>
            <a:off x="3840479" y="1807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8" name="object 778"/>
          <p:cNvSpPr/>
          <p:nvPr/>
        </p:nvSpPr>
        <p:spPr>
          <a:xfrm>
            <a:off x="3840479" y="1578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79" name="object 779"/>
          <p:cNvSpPr/>
          <p:nvPr/>
        </p:nvSpPr>
        <p:spPr>
          <a:xfrm>
            <a:off x="3840479" y="1349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0" name="object 780"/>
          <p:cNvSpPr/>
          <p:nvPr/>
        </p:nvSpPr>
        <p:spPr>
          <a:xfrm>
            <a:off x="3840479" y="1121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1" name="object 781"/>
          <p:cNvSpPr/>
          <p:nvPr/>
        </p:nvSpPr>
        <p:spPr>
          <a:xfrm>
            <a:off x="3840479" y="892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2" name="object 782"/>
          <p:cNvSpPr/>
          <p:nvPr/>
        </p:nvSpPr>
        <p:spPr>
          <a:xfrm>
            <a:off x="3840479" y="664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3" name="object 783"/>
          <p:cNvSpPr/>
          <p:nvPr/>
        </p:nvSpPr>
        <p:spPr>
          <a:xfrm>
            <a:off x="3840479" y="435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4" name="object 784"/>
          <p:cNvSpPr/>
          <p:nvPr/>
        </p:nvSpPr>
        <p:spPr>
          <a:xfrm>
            <a:off x="3840479" y="206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5" name="object 785"/>
          <p:cNvSpPr/>
          <p:nvPr/>
        </p:nvSpPr>
        <p:spPr>
          <a:xfrm>
            <a:off x="4069079" y="10493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6" name="object 786"/>
          <p:cNvSpPr/>
          <p:nvPr/>
        </p:nvSpPr>
        <p:spPr>
          <a:xfrm>
            <a:off x="4069079" y="10265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7" name="object 787"/>
          <p:cNvSpPr/>
          <p:nvPr/>
        </p:nvSpPr>
        <p:spPr>
          <a:xfrm>
            <a:off x="4069079" y="10036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8" name="object 788"/>
          <p:cNvSpPr/>
          <p:nvPr/>
        </p:nvSpPr>
        <p:spPr>
          <a:xfrm>
            <a:off x="4069079" y="9808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89" name="object 789"/>
          <p:cNvSpPr/>
          <p:nvPr/>
        </p:nvSpPr>
        <p:spPr>
          <a:xfrm>
            <a:off x="4069079" y="9579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0" name="object 790"/>
          <p:cNvSpPr/>
          <p:nvPr/>
        </p:nvSpPr>
        <p:spPr>
          <a:xfrm>
            <a:off x="4069079" y="9350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1" name="object 791"/>
          <p:cNvSpPr/>
          <p:nvPr/>
        </p:nvSpPr>
        <p:spPr>
          <a:xfrm>
            <a:off x="4069079" y="9122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2" name="object 792"/>
          <p:cNvSpPr/>
          <p:nvPr/>
        </p:nvSpPr>
        <p:spPr>
          <a:xfrm>
            <a:off x="4069079" y="8893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3" name="object 793"/>
          <p:cNvSpPr/>
          <p:nvPr/>
        </p:nvSpPr>
        <p:spPr>
          <a:xfrm>
            <a:off x="4069079" y="8665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4" name="object 794"/>
          <p:cNvSpPr/>
          <p:nvPr/>
        </p:nvSpPr>
        <p:spPr>
          <a:xfrm>
            <a:off x="4069079" y="8436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5" name="object 795"/>
          <p:cNvSpPr/>
          <p:nvPr/>
        </p:nvSpPr>
        <p:spPr>
          <a:xfrm>
            <a:off x="4069079" y="8207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6" name="object 796"/>
          <p:cNvSpPr/>
          <p:nvPr/>
        </p:nvSpPr>
        <p:spPr>
          <a:xfrm>
            <a:off x="4069079" y="7979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7" name="object 797"/>
          <p:cNvSpPr/>
          <p:nvPr/>
        </p:nvSpPr>
        <p:spPr>
          <a:xfrm>
            <a:off x="4069079" y="7750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8" name="object 798"/>
          <p:cNvSpPr/>
          <p:nvPr/>
        </p:nvSpPr>
        <p:spPr>
          <a:xfrm>
            <a:off x="4069079" y="7522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99" name="object 799"/>
          <p:cNvSpPr/>
          <p:nvPr/>
        </p:nvSpPr>
        <p:spPr>
          <a:xfrm>
            <a:off x="4069079" y="7293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0" name="object 800"/>
          <p:cNvSpPr/>
          <p:nvPr/>
        </p:nvSpPr>
        <p:spPr>
          <a:xfrm>
            <a:off x="4069079" y="7064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1" name="object 801"/>
          <p:cNvSpPr/>
          <p:nvPr/>
        </p:nvSpPr>
        <p:spPr>
          <a:xfrm>
            <a:off x="4069079" y="6836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2" name="object 802"/>
          <p:cNvSpPr/>
          <p:nvPr/>
        </p:nvSpPr>
        <p:spPr>
          <a:xfrm>
            <a:off x="4069079" y="6607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3" name="object 803"/>
          <p:cNvSpPr/>
          <p:nvPr/>
        </p:nvSpPr>
        <p:spPr>
          <a:xfrm>
            <a:off x="4069079" y="6379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4" name="object 804"/>
          <p:cNvSpPr/>
          <p:nvPr/>
        </p:nvSpPr>
        <p:spPr>
          <a:xfrm>
            <a:off x="4069079" y="6150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5" name="object 805"/>
          <p:cNvSpPr/>
          <p:nvPr/>
        </p:nvSpPr>
        <p:spPr>
          <a:xfrm>
            <a:off x="4069079" y="5921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6" name="object 806"/>
          <p:cNvSpPr/>
          <p:nvPr/>
        </p:nvSpPr>
        <p:spPr>
          <a:xfrm>
            <a:off x="4069079" y="5693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7" name="object 807"/>
          <p:cNvSpPr/>
          <p:nvPr/>
        </p:nvSpPr>
        <p:spPr>
          <a:xfrm>
            <a:off x="4069079" y="5464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8" name="object 808"/>
          <p:cNvSpPr/>
          <p:nvPr/>
        </p:nvSpPr>
        <p:spPr>
          <a:xfrm>
            <a:off x="4069079" y="5236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09" name="object 809"/>
          <p:cNvSpPr/>
          <p:nvPr/>
        </p:nvSpPr>
        <p:spPr>
          <a:xfrm>
            <a:off x="4069079" y="5007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0" name="object 810"/>
          <p:cNvSpPr/>
          <p:nvPr/>
        </p:nvSpPr>
        <p:spPr>
          <a:xfrm>
            <a:off x="4069079" y="4778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1" name="object 811"/>
          <p:cNvSpPr/>
          <p:nvPr/>
        </p:nvSpPr>
        <p:spPr>
          <a:xfrm>
            <a:off x="4069079" y="4550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2" name="object 812"/>
          <p:cNvSpPr/>
          <p:nvPr/>
        </p:nvSpPr>
        <p:spPr>
          <a:xfrm>
            <a:off x="4069079" y="4321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3" name="object 813"/>
          <p:cNvSpPr/>
          <p:nvPr/>
        </p:nvSpPr>
        <p:spPr>
          <a:xfrm>
            <a:off x="4069079" y="4093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4" name="object 814"/>
          <p:cNvSpPr/>
          <p:nvPr/>
        </p:nvSpPr>
        <p:spPr>
          <a:xfrm>
            <a:off x="4069079" y="3864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5" name="object 815"/>
          <p:cNvSpPr/>
          <p:nvPr/>
        </p:nvSpPr>
        <p:spPr>
          <a:xfrm>
            <a:off x="4069079" y="3635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6" name="object 816"/>
          <p:cNvSpPr/>
          <p:nvPr/>
        </p:nvSpPr>
        <p:spPr>
          <a:xfrm>
            <a:off x="4069079" y="3407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7" name="object 817"/>
          <p:cNvSpPr/>
          <p:nvPr/>
        </p:nvSpPr>
        <p:spPr>
          <a:xfrm>
            <a:off x="4069079" y="3178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8" name="object 818"/>
          <p:cNvSpPr/>
          <p:nvPr/>
        </p:nvSpPr>
        <p:spPr>
          <a:xfrm>
            <a:off x="4069079" y="2950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19" name="object 819"/>
          <p:cNvSpPr/>
          <p:nvPr/>
        </p:nvSpPr>
        <p:spPr>
          <a:xfrm>
            <a:off x="4069079" y="2721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0" name="object 820"/>
          <p:cNvSpPr/>
          <p:nvPr/>
        </p:nvSpPr>
        <p:spPr>
          <a:xfrm>
            <a:off x="4069079" y="2492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1" name="object 821"/>
          <p:cNvSpPr/>
          <p:nvPr/>
        </p:nvSpPr>
        <p:spPr>
          <a:xfrm>
            <a:off x="4069079" y="2264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2" name="object 822"/>
          <p:cNvSpPr/>
          <p:nvPr/>
        </p:nvSpPr>
        <p:spPr>
          <a:xfrm>
            <a:off x="4069079" y="2035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3" name="object 823"/>
          <p:cNvSpPr/>
          <p:nvPr/>
        </p:nvSpPr>
        <p:spPr>
          <a:xfrm>
            <a:off x="4069079" y="1807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4" name="object 824"/>
          <p:cNvSpPr/>
          <p:nvPr/>
        </p:nvSpPr>
        <p:spPr>
          <a:xfrm>
            <a:off x="4069079" y="1578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5" name="object 825"/>
          <p:cNvSpPr/>
          <p:nvPr/>
        </p:nvSpPr>
        <p:spPr>
          <a:xfrm>
            <a:off x="4069079" y="1349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6" name="object 826"/>
          <p:cNvSpPr/>
          <p:nvPr/>
        </p:nvSpPr>
        <p:spPr>
          <a:xfrm>
            <a:off x="4069079" y="1121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7" name="object 827"/>
          <p:cNvSpPr/>
          <p:nvPr/>
        </p:nvSpPr>
        <p:spPr>
          <a:xfrm>
            <a:off x="4069079" y="892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8" name="object 828"/>
          <p:cNvSpPr/>
          <p:nvPr/>
        </p:nvSpPr>
        <p:spPr>
          <a:xfrm>
            <a:off x="4069079" y="664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29" name="object 829"/>
          <p:cNvSpPr/>
          <p:nvPr/>
        </p:nvSpPr>
        <p:spPr>
          <a:xfrm>
            <a:off x="4069079" y="435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0" name="object 830"/>
          <p:cNvSpPr/>
          <p:nvPr/>
        </p:nvSpPr>
        <p:spPr>
          <a:xfrm>
            <a:off x="4069079" y="206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1" name="object 831"/>
          <p:cNvSpPr/>
          <p:nvPr/>
        </p:nvSpPr>
        <p:spPr>
          <a:xfrm>
            <a:off x="4297679" y="10493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2" name="object 832"/>
          <p:cNvSpPr/>
          <p:nvPr/>
        </p:nvSpPr>
        <p:spPr>
          <a:xfrm>
            <a:off x="4297679" y="10265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3" name="object 833"/>
          <p:cNvSpPr/>
          <p:nvPr/>
        </p:nvSpPr>
        <p:spPr>
          <a:xfrm>
            <a:off x="4297679" y="10036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4" name="object 834"/>
          <p:cNvSpPr/>
          <p:nvPr/>
        </p:nvSpPr>
        <p:spPr>
          <a:xfrm>
            <a:off x="4297679" y="9808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5" name="object 835"/>
          <p:cNvSpPr/>
          <p:nvPr/>
        </p:nvSpPr>
        <p:spPr>
          <a:xfrm>
            <a:off x="4297679" y="9579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6" name="object 836"/>
          <p:cNvSpPr/>
          <p:nvPr/>
        </p:nvSpPr>
        <p:spPr>
          <a:xfrm>
            <a:off x="4297679" y="9350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7" name="object 837"/>
          <p:cNvSpPr/>
          <p:nvPr/>
        </p:nvSpPr>
        <p:spPr>
          <a:xfrm>
            <a:off x="4297679" y="9122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8" name="object 838"/>
          <p:cNvSpPr/>
          <p:nvPr/>
        </p:nvSpPr>
        <p:spPr>
          <a:xfrm>
            <a:off x="4297679" y="8893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39" name="object 839"/>
          <p:cNvSpPr/>
          <p:nvPr/>
        </p:nvSpPr>
        <p:spPr>
          <a:xfrm>
            <a:off x="4297679" y="8665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0" name="object 840"/>
          <p:cNvSpPr/>
          <p:nvPr/>
        </p:nvSpPr>
        <p:spPr>
          <a:xfrm>
            <a:off x="4297679" y="8436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1" name="object 841"/>
          <p:cNvSpPr/>
          <p:nvPr/>
        </p:nvSpPr>
        <p:spPr>
          <a:xfrm>
            <a:off x="4297679" y="8207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2" name="object 842"/>
          <p:cNvSpPr/>
          <p:nvPr/>
        </p:nvSpPr>
        <p:spPr>
          <a:xfrm>
            <a:off x="4297679" y="7979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3" name="object 843"/>
          <p:cNvSpPr/>
          <p:nvPr/>
        </p:nvSpPr>
        <p:spPr>
          <a:xfrm>
            <a:off x="4297679" y="7750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4" name="object 844"/>
          <p:cNvSpPr/>
          <p:nvPr/>
        </p:nvSpPr>
        <p:spPr>
          <a:xfrm>
            <a:off x="4297679" y="7522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5" name="object 845"/>
          <p:cNvSpPr/>
          <p:nvPr/>
        </p:nvSpPr>
        <p:spPr>
          <a:xfrm>
            <a:off x="4297679" y="7293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6" name="object 846"/>
          <p:cNvSpPr/>
          <p:nvPr/>
        </p:nvSpPr>
        <p:spPr>
          <a:xfrm>
            <a:off x="4297679" y="7064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7" name="object 847"/>
          <p:cNvSpPr/>
          <p:nvPr/>
        </p:nvSpPr>
        <p:spPr>
          <a:xfrm>
            <a:off x="4297679" y="6836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8" name="object 848"/>
          <p:cNvSpPr/>
          <p:nvPr/>
        </p:nvSpPr>
        <p:spPr>
          <a:xfrm>
            <a:off x="4297679" y="6607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49" name="object 849"/>
          <p:cNvSpPr/>
          <p:nvPr/>
        </p:nvSpPr>
        <p:spPr>
          <a:xfrm>
            <a:off x="4297679" y="6379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0" name="object 850"/>
          <p:cNvSpPr/>
          <p:nvPr/>
        </p:nvSpPr>
        <p:spPr>
          <a:xfrm>
            <a:off x="4297679" y="6150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1" name="object 851"/>
          <p:cNvSpPr/>
          <p:nvPr/>
        </p:nvSpPr>
        <p:spPr>
          <a:xfrm>
            <a:off x="4297679" y="5921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2" name="object 852"/>
          <p:cNvSpPr/>
          <p:nvPr/>
        </p:nvSpPr>
        <p:spPr>
          <a:xfrm>
            <a:off x="4297679" y="5693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3" name="object 853"/>
          <p:cNvSpPr/>
          <p:nvPr/>
        </p:nvSpPr>
        <p:spPr>
          <a:xfrm>
            <a:off x="4297679" y="5464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4" name="object 854"/>
          <p:cNvSpPr/>
          <p:nvPr/>
        </p:nvSpPr>
        <p:spPr>
          <a:xfrm>
            <a:off x="4297679" y="5236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5" name="object 855"/>
          <p:cNvSpPr/>
          <p:nvPr/>
        </p:nvSpPr>
        <p:spPr>
          <a:xfrm>
            <a:off x="4297679" y="5007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6" name="object 856"/>
          <p:cNvSpPr/>
          <p:nvPr/>
        </p:nvSpPr>
        <p:spPr>
          <a:xfrm>
            <a:off x="4297679" y="4778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7" name="object 857"/>
          <p:cNvSpPr/>
          <p:nvPr/>
        </p:nvSpPr>
        <p:spPr>
          <a:xfrm>
            <a:off x="4297679" y="4550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8" name="object 858"/>
          <p:cNvSpPr/>
          <p:nvPr/>
        </p:nvSpPr>
        <p:spPr>
          <a:xfrm>
            <a:off x="4297679" y="4321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59" name="object 859"/>
          <p:cNvSpPr/>
          <p:nvPr/>
        </p:nvSpPr>
        <p:spPr>
          <a:xfrm>
            <a:off x="4297679" y="4093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0" name="object 860"/>
          <p:cNvSpPr/>
          <p:nvPr/>
        </p:nvSpPr>
        <p:spPr>
          <a:xfrm>
            <a:off x="4297679" y="3864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1" name="object 861"/>
          <p:cNvSpPr/>
          <p:nvPr/>
        </p:nvSpPr>
        <p:spPr>
          <a:xfrm>
            <a:off x="4297679" y="3635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2" name="object 862"/>
          <p:cNvSpPr/>
          <p:nvPr/>
        </p:nvSpPr>
        <p:spPr>
          <a:xfrm>
            <a:off x="4297679" y="3407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3" name="object 863"/>
          <p:cNvSpPr/>
          <p:nvPr/>
        </p:nvSpPr>
        <p:spPr>
          <a:xfrm>
            <a:off x="4297679" y="3178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4" name="object 864"/>
          <p:cNvSpPr/>
          <p:nvPr/>
        </p:nvSpPr>
        <p:spPr>
          <a:xfrm>
            <a:off x="4297679" y="2950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5" name="object 865"/>
          <p:cNvSpPr/>
          <p:nvPr/>
        </p:nvSpPr>
        <p:spPr>
          <a:xfrm>
            <a:off x="4297679" y="2721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6" name="object 866"/>
          <p:cNvSpPr/>
          <p:nvPr/>
        </p:nvSpPr>
        <p:spPr>
          <a:xfrm>
            <a:off x="4297679" y="2492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7" name="object 867"/>
          <p:cNvSpPr/>
          <p:nvPr/>
        </p:nvSpPr>
        <p:spPr>
          <a:xfrm>
            <a:off x="4297679" y="2264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8" name="object 868"/>
          <p:cNvSpPr/>
          <p:nvPr/>
        </p:nvSpPr>
        <p:spPr>
          <a:xfrm>
            <a:off x="4297679" y="2035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69" name="object 869"/>
          <p:cNvSpPr/>
          <p:nvPr/>
        </p:nvSpPr>
        <p:spPr>
          <a:xfrm>
            <a:off x="4297679" y="1807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0" name="object 870"/>
          <p:cNvSpPr/>
          <p:nvPr/>
        </p:nvSpPr>
        <p:spPr>
          <a:xfrm>
            <a:off x="4297679" y="1578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1" name="object 871"/>
          <p:cNvSpPr/>
          <p:nvPr/>
        </p:nvSpPr>
        <p:spPr>
          <a:xfrm>
            <a:off x="4297679" y="1349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2" name="object 872"/>
          <p:cNvSpPr/>
          <p:nvPr/>
        </p:nvSpPr>
        <p:spPr>
          <a:xfrm>
            <a:off x="4297679" y="1121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3" name="object 873"/>
          <p:cNvSpPr/>
          <p:nvPr/>
        </p:nvSpPr>
        <p:spPr>
          <a:xfrm>
            <a:off x="4297679" y="892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4" name="object 874"/>
          <p:cNvSpPr/>
          <p:nvPr/>
        </p:nvSpPr>
        <p:spPr>
          <a:xfrm>
            <a:off x="4297679" y="664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5" name="object 875"/>
          <p:cNvSpPr/>
          <p:nvPr/>
        </p:nvSpPr>
        <p:spPr>
          <a:xfrm>
            <a:off x="4297679" y="435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6" name="object 876"/>
          <p:cNvSpPr/>
          <p:nvPr/>
        </p:nvSpPr>
        <p:spPr>
          <a:xfrm>
            <a:off x="4297679" y="206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7" name="object 877"/>
          <p:cNvSpPr/>
          <p:nvPr/>
        </p:nvSpPr>
        <p:spPr>
          <a:xfrm>
            <a:off x="4526279" y="10493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8" name="object 878"/>
          <p:cNvSpPr/>
          <p:nvPr/>
        </p:nvSpPr>
        <p:spPr>
          <a:xfrm>
            <a:off x="4526279" y="10265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79" name="object 879"/>
          <p:cNvSpPr/>
          <p:nvPr/>
        </p:nvSpPr>
        <p:spPr>
          <a:xfrm>
            <a:off x="4526279" y="10036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0" name="object 880"/>
          <p:cNvSpPr/>
          <p:nvPr/>
        </p:nvSpPr>
        <p:spPr>
          <a:xfrm>
            <a:off x="4526279" y="9808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1" name="object 881"/>
          <p:cNvSpPr/>
          <p:nvPr/>
        </p:nvSpPr>
        <p:spPr>
          <a:xfrm>
            <a:off x="4526279" y="9579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2" name="object 882"/>
          <p:cNvSpPr/>
          <p:nvPr/>
        </p:nvSpPr>
        <p:spPr>
          <a:xfrm>
            <a:off x="4526279" y="9350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3" name="object 883"/>
          <p:cNvSpPr/>
          <p:nvPr/>
        </p:nvSpPr>
        <p:spPr>
          <a:xfrm>
            <a:off x="4526279" y="9122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4" name="object 884"/>
          <p:cNvSpPr/>
          <p:nvPr/>
        </p:nvSpPr>
        <p:spPr>
          <a:xfrm>
            <a:off x="4526279" y="8893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5" name="object 885"/>
          <p:cNvSpPr/>
          <p:nvPr/>
        </p:nvSpPr>
        <p:spPr>
          <a:xfrm>
            <a:off x="4526279" y="8665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6" name="object 886"/>
          <p:cNvSpPr/>
          <p:nvPr/>
        </p:nvSpPr>
        <p:spPr>
          <a:xfrm>
            <a:off x="4526279" y="8436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7" name="object 887"/>
          <p:cNvSpPr/>
          <p:nvPr/>
        </p:nvSpPr>
        <p:spPr>
          <a:xfrm>
            <a:off x="4526279" y="8207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8" name="object 888"/>
          <p:cNvSpPr/>
          <p:nvPr/>
        </p:nvSpPr>
        <p:spPr>
          <a:xfrm>
            <a:off x="4526279" y="7979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89" name="object 889"/>
          <p:cNvSpPr/>
          <p:nvPr/>
        </p:nvSpPr>
        <p:spPr>
          <a:xfrm>
            <a:off x="4526279" y="7750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0" name="object 890"/>
          <p:cNvSpPr/>
          <p:nvPr/>
        </p:nvSpPr>
        <p:spPr>
          <a:xfrm>
            <a:off x="4526279" y="7522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1" name="object 891"/>
          <p:cNvSpPr/>
          <p:nvPr/>
        </p:nvSpPr>
        <p:spPr>
          <a:xfrm>
            <a:off x="4526279" y="7293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2" name="object 892"/>
          <p:cNvSpPr/>
          <p:nvPr/>
        </p:nvSpPr>
        <p:spPr>
          <a:xfrm>
            <a:off x="4526279" y="7064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3" name="object 893"/>
          <p:cNvSpPr/>
          <p:nvPr/>
        </p:nvSpPr>
        <p:spPr>
          <a:xfrm>
            <a:off x="4526279" y="6836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4" name="object 894"/>
          <p:cNvSpPr/>
          <p:nvPr/>
        </p:nvSpPr>
        <p:spPr>
          <a:xfrm>
            <a:off x="4526279" y="6607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5" name="object 895"/>
          <p:cNvSpPr/>
          <p:nvPr/>
        </p:nvSpPr>
        <p:spPr>
          <a:xfrm>
            <a:off x="4526279" y="6379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6" name="object 896"/>
          <p:cNvSpPr/>
          <p:nvPr/>
        </p:nvSpPr>
        <p:spPr>
          <a:xfrm>
            <a:off x="4526279" y="6150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7" name="object 897"/>
          <p:cNvSpPr/>
          <p:nvPr/>
        </p:nvSpPr>
        <p:spPr>
          <a:xfrm>
            <a:off x="4526279" y="5921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8" name="object 898"/>
          <p:cNvSpPr/>
          <p:nvPr/>
        </p:nvSpPr>
        <p:spPr>
          <a:xfrm>
            <a:off x="4526279" y="5693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99" name="object 899"/>
          <p:cNvSpPr/>
          <p:nvPr/>
        </p:nvSpPr>
        <p:spPr>
          <a:xfrm>
            <a:off x="4526279" y="5464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0" name="object 900"/>
          <p:cNvSpPr/>
          <p:nvPr/>
        </p:nvSpPr>
        <p:spPr>
          <a:xfrm>
            <a:off x="4526279" y="5236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1" name="object 901"/>
          <p:cNvSpPr/>
          <p:nvPr/>
        </p:nvSpPr>
        <p:spPr>
          <a:xfrm>
            <a:off x="4526279" y="5007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2" name="object 902"/>
          <p:cNvSpPr/>
          <p:nvPr/>
        </p:nvSpPr>
        <p:spPr>
          <a:xfrm>
            <a:off x="4526279" y="4778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3" name="object 903"/>
          <p:cNvSpPr/>
          <p:nvPr/>
        </p:nvSpPr>
        <p:spPr>
          <a:xfrm>
            <a:off x="4526279" y="4550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4" name="object 904"/>
          <p:cNvSpPr/>
          <p:nvPr/>
        </p:nvSpPr>
        <p:spPr>
          <a:xfrm>
            <a:off x="4526279" y="4321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5" name="object 905"/>
          <p:cNvSpPr/>
          <p:nvPr/>
        </p:nvSpPr>
        <p:spPr>
          <a:xfrm>
            <a:off x="4526279" y="4093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6" name="object 906"/>
          <p:cNvSpPr/>
          <p:nvPr/>
        </p:nvSpPr>
        <p:spPr>
          <a:xfrm>
            <a:off x="4526279" y="3864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7" name="object 907"/>
          <p:cNvSpPr/>
          <p:nvPr/>
        </p:nvSpPr>
        <p:spPr>
          <a:xfrm>
            <a:off x="4526279" y="3635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8" name="object 908"/>
          <p:cNvSpPr/>
          <p:nvPr/>
        </p:nvSpPr>
        <p:spPr>
          <a:xfrm>
            <a:off x="4526279" y="3407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09" name="object 909"/>
          <p:cNvSpPr/>
          <p:nvPr/>
        </p:nvSpPr>
        <p:spPr>
          <a:xfrm>
            <a:off x="4526279" y="3178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0" name="object 910"/>
          <p:cNvSpPr/>
          <p:nvPr/>
        </p:nvSpPr>
        <p:spPr>
          <a:xfrm>
            <a:off x="4526279" y="2950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1" name="object 911"/>
          <p:cNvSpPr/>
          <p:nvPr/>
        </p:nvSpPr>
        <p:spPr>
          <a:xfrm>
            <a:off x="4526279" y="2721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2" name="object 912"/>
          <p:cNvSpPr/>
          <p:nvPr/>
        </p:nvSpPr>
        <p:spPr>
          <a:xfrm>
            <a:off x="4526279" y="2492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3" name="object 913"/>
          <p:cNvSpPr/>
          <p:nvPr/>
        </p:nvSpPr>
        <p:spPr>
          <a:xfrm>
            <a:off x="4526279" y="2264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4" name="object 914"/>
          <p:cNvSpPr/>
          <p:nvPr/>
        </p:nvSpPr>
        <p:spPr>
          <a:xfrm>
            <a:off x="4526279" y="2035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5" name="object 915"/>
          <p:cNvSpPr/>
          <p:nvPr/>
        </p:nvSpPr>
        <p:spPr>
          <a:xfrm>
            <a:off x="4526279" y="1807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6" name="object 916"/>
          <p:cNvSpPr/>
          <p:nvPr/>
        </p:nvSpPr>
        <p:spPr>
          <a:xfrm>
            <a:off x="4526279" y="1578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7" name="object 917"/>
          <p:cNvSpPr/>
          <p:nvPr/>
        </p:nvSpPr>
        <p:spPr>
          <a:xfrm>
            <a:off x="4526279" y="1349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8" name="object 918"/>
          <p:cNvSpPr/>
          <p:nvPr/>
        </p:nvSpPr>
        <p:spPr>
          <a:xfrm>
            <a:off x="4526279" y="1121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19" name="object 919"/>
          <p:cNvSpPr/>
          <p:nvPr/>
        </p:nvSpPr>
        <p:spPr>
          <a:xfrm>
            <a:off x="4526279" y="892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0" name="object 920"/>
          <p:cNvSpPr/>
          <p:nvPr/>
        </p:nvSpPr>
        <p:spPr>
          <a:xfrm>
            <a:off x="4526279" y="664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1" name="object 921"/>
          <p:cNvSpPr/>
          <p:nvPr/>
        </p:nvSpPr>
        <p:spPr>
          <a:xfrm>
            <a:off x="4526279" y="435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2" name="object 922"/>
          <p:cNvSpPr/>
          <p:nvPr/>
        </p:nvSpPr>
        <p:spPr>
          <a:xfrm>
            <a:off x="4526279" y="206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3" name="object 923"/>
          <p:cNvSpPr/>
          <p:nvPr/>
        </p:nvSpPr>
        <p:spPr>
          <a:xfrm>
            <a:off x="4754879" y="10493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4" name="object 924"/>
          <p:cNvSpPr/>
          <p:nvPr/>
        </p:nvSpPr>
        <p:spPr>
          <a:xfrm>
            <a:off x="4754879" y="10265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5" name="object 925"/>
          <p:cNvSpPr/>
          <p:nvPr/>
        </p:nvSpPr>
        <p:spPr>
          <a:xfrm>
            <a:off x="4754879" y="10036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6" name="object 926"/>
          <p:cNvSpPr/>
          <p:nvPr/>
        </p:nvSpPr>
        <p:spPr>
          <a:xfrm>
            <a:off x="4754879" y="9808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7" name="object 927"/>
          <p:cNvSpPr/>
          <p:nvPr/>
        </p:nvSpPr>
        <p:spPr>
          <a:xfrm>
            <a:off x="4754879" y="9579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8" name="object 928"/>
          <p:cNvSpPr/>
          <p:nvPr/>
        </p:nvSpPr>
        <p:spPr>
          <a:xfrm>
            <a:off x="4754879" y="9350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29" name="object 929"/>
          <p:cNvSpPr/>
          <p:nvPr/>
        </p:nvSpPr>
        <p:spPr>
          <a:xfrm>
            <a:off x="4754879" y="9122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0" name="object 930"/>
          <p:cNvSpPr/>
          <p:nvPr/>
        </p:nvSpPr>
        <p:spPr>
          <a:xfrm>
            <a:off x="4754879" y="8893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1" name="object 931"/>
          <p:cNvSpPr/>
          <p:nvPr/>
        </p:nvSpPr>
        <p:spPr>
          <a:xfrm>
            <a:off x="4754879" y="8665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2" name="object 932"/>
          <p:cNvSpPr/>
          <p:nvPr/>
        </p:nvSpPr>
        <p:spPr>
          <a:xfrm>
            <a:off x="4754879" y="8436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3" name="object 933"/>
          <p:cNvSpPr/>
          <p:nvPr/>
        </p:nvSpPr>
        <p:spPr>
          <a:xfrm>
            <a:off x="4754879" y="8207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4" name="object 934"/>
          <p:cNvSpPr/>
          <p:nvPr/>
        </p:nvSpPr>
        <p:spPr>
          <a:xfrm>
            <a:off x="4754879" y="7979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5" name="object 935"/>
          <p:cNvSpPr/>
          <p:nvPr/>
        </p:nvSpPr>
        <p:spPr>
          <a:xfrm>
            <a:off x="4754879" y="7750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6" name="object 936"/>
          <p:cNvSpPr/>
          <p:nvPr/>
        </p:nvSpPr>
        <p:spPr>
          <a:xfrm>
            <a:off x="4754879" y="7522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7" name="object 937"/>
          <p:cNvSpPr/>
          <p:nvPr/>
        </p:nvSpPr>
        <p:spPr>
          <a:xfrm>
            <a:off x="4754879" y="7293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8" name="object 938"/>
          <p:cNvSpPr/>
          <p:nvPr/>
        </p:nvSpPr>
        <p:spPr>
          <a:xfrm>
            <a:off x="4754879" y="7064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39" name="object 939"/>
          <p:cNvSpPr/>
          <p:nvPr/>
        </p:nvSpPr>
        <p:spPr>
          <a:xfrm>
            <a:off x="4754879" y="6836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0" name="object 940"/>
          <p:cNvSpPr/>
          <p:nvPr/>
        </p:nvSpPr>
        <p:spPr>
          <a:xfrm>
            <a:off x="4754879" y="6607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1" name="object 941"/>
          <p:cNvSpPr/>
          <p:nvPr/>
        </p:nvSpPr>
        <p:spPr>
          <a:xfrm>
            <a:off x="4754879" y="6379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2" name="object 942"/>
          <p:cNvSpPr/>
          <p:nvPr/>
        </p:nvSpPr>
        <p:spPr>
          <a:xfrm>
            <a:off x="4754879" y="6150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3" name="object 943"/>
          <p:cNvSpPr/>
          <p:nvPr/>
        </p:nvSpPr>
        <p:spPr>
          <a:xfrm>
            <a:off x="4754879" y="5921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4" name="object 944"/>
          <p:cNvSpPr/>
          <p:nvPr/>
        </p:nvSpPr>
        <p:spPr>
          <a:xfrm>
            <a:off x="4754879" y="5693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5" name="object 945"/>
          <p:cNvSpPr/>
          <p:nvPr/>
        </p:nvSpPr>
        <p:spPr>
          <a:xfrm>
            <a:off x="4754879" y="5464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6" name="object 946"/>
          <p:cNvSpPr/>
          <p:nvPr/>
        </p:nvSpPr>
        <p:spPr>
          <a:xfrm>
            <a:off x="4754879" y="5236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7" name="object 947"/>
          <p:cNvSpPr/>
          <p:nvPr/>
        </p:nvSpPr>
        <p:spPr>
          <a:xfrm>
            <a:off x="4754879" y="5007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8" name="object 948"/>
          <p:cNvSpPr/>
          <p:nvPr/>
        </p:nvSpPr>
        <p:spPr>
          <a:xfrm>
            <a:off x="4754879" y="4778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49" name="object 949"/>
          <p:cNvSpPr/>
          <p:nvPr/>
        </p:nvSpPr>
        <p:spPr>
          <a:xfrm>
            <a:off x="4754879" y="4550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0" name="object 950"/>
          <p:cNvSpPr/>
          <p:nvPr/>
        </p:nvSpPr>
        <p:spPr>
          <a:xfrm>
            <a:off x="4754879" y="4321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1" name="object 951"/>
          <p:cNvSpPr/>
          <p:nvPr/>
        </p:nvSpPr>
        <p:spPr>
          <a:xfrm>
            <a:off x="4754879" y="4093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2" name="object 952"/>
          <p:cNvSpPr/>
          <p:nvPr/>
        </p:nvSpPr>
        <p:spPr>
          <a:xfrm>
            <a:off x="4754879" y="3864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3" name="object 953"/>
          <p:cNvSpPr/>
          <p:nvPr/>
        </p:nvSpPr>
        <p:spPr>
          <a:xfrm>
            <a:off x="4754879" y="3635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4" name="object 954"/>
          <p:cNvSpPr/>
          <p:nvPr/>
        </p:nvSpPr>
        <p:spPr>
          <a:xfrm>
            <a:off x="4754879" y="3407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5" name="object 955"/>
          <p:cNvSpPr/>
          <p:nvPr/>
        </p:nvSpPr>
        <p:spPr>
          <a:xfrm>
            <a:off x="4754879" y="3178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6" name="object 956"/>
          <p:cNvSpPr/>
          <p:nvPr/>
        </p:nvSpPr>
        <p:spPr>
          <a:xfrm>
            <a:off x="4754879" y="2950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7" name="object 957"/>
          <p:cNvSpPr/>
          <p:nvPr/>
        </p:nvSpPr>
        <p:spPr>
          <a:xfrm>
            <a:off x="4754879" y="2721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8" name="object 958"/>
          <p:cNvSpPr/>
          <p:nvPr/>
        </p:nvSpPr>
        <p:spPr>
          <a:xfrm>
            <a:off x="4754879" y="2492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59" name="object 959"/>
          <p:cNvSpPr/>
          <p:nvPr/>
        </p:nvSpPr>
        <p:spPr>
          <a:xfrm>
            <a:off x="4754879" y="2264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0" name="object 960"/>
          <p:cNvSpPr/>
          <p:nvPr/>
        </p:nvSpPr>
        <p:spPr>
          <a:xfrm>
            <a:off x="4754879" y="2035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1" name="object 961"/>
          <p:cNvSpPr/>
          <p:nvPr/>
        </p:nvSpPr>
        <p:spPr>
          <a:xfrm>
            <a:off x="4754879" y="1807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2" name="object 962"/>
          <p:cNvSpPr/>
          <p:nvPr/>
        </p:nvSpPr>
        <p:spPr>
          <a:xfrm>
            <a:off x="4754879" y="1578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3" name="object 963"/>
          <p:cNvSpPr/>
          <p:nvPr/>
        </p:nvSpPr>
        <p:spPr>
          <a:xfrm>
            <a:off x="4754879" y="1349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4" name="object 964"/>
          <p:cNvSpPr/>
          <p:nvPr/>
        </p:nvSpPr>
        <p:spPr>
          <a:xfrm>
            <a:off x="4754879" y="1121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5" name="object 965"/>
          <p:cNvSpPr/>
          <p:nvPr/>
        </p:nvSpPr>
        <p:spPr>
          <a:xfrm>
            <a:off x="4754879" y="892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6" name="object 966"/>
          <p:cNvSpPr/>
          <p:nvPr/>
        </p:nvSpPr>
        <p:spPr>
          <a:xfrm>
            <a:off x="4754879" y="664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7" name="object 967"/>
          <p:cNvSpPr/>
          <p:nvPr/>
        </p:nvSpPr>
        <p:spPr>
          <a:xfrm>
            <a:off x="4754879" y="435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8" name="object 968"/>
          <p:cNvSpPr/>
          <p:nvPr/>
        </p:nvSpPr>
        <p:spPr>
          <a:xfrm>
            <a:off x="4754879" y="206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69" name="object 969"/>
          <p:cNvSpPr/>
          <p:nvPr/>
        </p:nvSpPr>
        <p:spPr>
          <a:xfrm>
            <a:off x="4983479" y="10493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0" name="object 970"/>
          <p:cNvSpPr/>
          <p:nvPr/>
        </p:nvSpPr>
        <p:spPr>
          <a:xfrm>
            <a:off x="4983479" y="10265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1" name="object 971"/>
          <p:cNvSpPr/>
          <p:nvPr/>
        </p:nvSpPr>
        <p:spPr>
          <a:xfrm>
            <a:off x="4983479" y="10036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2" name="object 972"/>
          <p:cNvSpPr/>
          <p:nvPr/>
        </p:nvSpPr>
        <p:spPr>
          <a:xfrm>
            <a:off x="4983479" y="9808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3" name="object 973"/>
          <p:cNvSpPr/>
          <p:nvPr/>
        </p:nvSpPr>
        <p:spPr>
          <a:xfrm>
            <a:off x="4983479" y="9579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4" name="object 974"/>
          <p:cNvSpPr/>
          <p:nvPr/>
        </p:nvSpPr>
        <p:spPr>
          <a:xfrm>
            <a:off x="4983479" y="9350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5" name="object 975"/>
          <p:cNvSpPr/>
          <p:nvPr/>
        </p:nvSpPr>
        <p:spPr>
          <a:xfrm>
            <a:off x="4983479" y="9122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6" name="object 976"/>
          <p:cNvSpPr/>
          <p:nvPr/>
        </p:nvSpPr>
        <p:spPr>
          <a:xfrm>
            <a:off x="4983479" y="8893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7" name="object 977"/>
          <p:cNvSpPr/>
          <p:nvPr/>
        </p:nvSpPr>
        <p:spPr>
          <a:xfrm>
            <a:off x="4983479" y="8665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8" name="object 978"/>
          <p:cNvSpPr/>
          <p:nvPr/>
        </p:nvSpPr>
        <p:spPr>
          <a:xfrm>
            <a:off x="4983479" y="8436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79" name="object 979"/>
          <p:cNvSpPr/>
          <p:nvPr/>
        </p:nvSpPr>
        <p:spPr>
          <a:xfrm>
            <a:off x="4983479" y="8207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0" name="object 980"/>
          <p:cNvSpPr/>
          <p:nvPr/>
        </p:nvSpPr>
        <p:spPr>
          <a:xfrm>
            <a:off x="4983479" y="7979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1" name="object 981"/>
          <p:cNvSpPr/>
          <p:nvPr/>
        </p:nvSpPr>
        <p:spPr>
          <a:xfrm>
            <a:off x="4983479" y="7750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2" name="object 982"/>
          <p:cNvSpPr/>
          <p:nvPr/>
        </p:nvSpPr>
        <p:spPr>
          <a:xfrm>
            <a:off x="4983479" y="7522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3" name="object 983"/>
          <p:cNvSpPr/>
          <p:nvPr/>
        </p:nvSpPr>
        <p:spPr>
          <a:xfrm>
            <a:off x="4983479" y="7293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4" name="object 984"/>
          <p:cNvSpPr/>
          <p:nvPr/>
        </p:nvSpPr>
        <p:spPr>
          <a:xfrm>
            <a:off x="4983479" y="7064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5" name="object 985"/>
          <p:cNvSpPr/>
          <p:nvPr/>
        </p:nvSpPr>
        <p:spPr>
          <a:xfrm>
            <a:off x="4983479" y="6836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6" name="object 986"/>
          <p:cNvSpPr/>
          <p:nvPr/>
        </p:nvSpPr>
        <p:spPr>
          <a:xfrm>
            <a:off x="4983479" y="6607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7" name="object 987"/>
          <p:cNvSpPr/>
          <p:nvPr/>
        </p:nvSpPr>
        <p:spPr>
          <a:xfrm>
            <a:off x="4983479" y="6379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8" name="object 988"/>
          <p:cNvSpPr/>
          <p:nvPr/>
        </p:nvSpPr>
        <p:spPr>
          <a:xfrm>
            <a:off x="4983479" y="6150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89" name="object 989"/>
          <p:cNvSpPr/>
          <p:nvPr/>
        </p:nvSpPr>
        <p:spPr>
          <a:xfrm>
            <a:off x="4983479" y="5921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0" name="object 990"/>
          <p:cNvSpPr/>
          <p:nvPr/>
        </p:nvSpPr>
        <p:spPr>
          <a:xfrm>
            <a:off x="4983479" y="5693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1" name="object 991"/>
          <p:cNvSpPr/>
          <p:nvPr/>
        </p:nvSpPr>
        <p:spPr>
          <a:xfrm>
            <a:off x="4983479" y="5464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2" name="object 992"/>
          <p:cNvSpPr/>
          <p:nvPr/>
        </p:nvSpPr>
        <p:spPr>
          <a:xfrm>
            <a:off x="4983479" y="5236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3" name="object 993"/>
          <p:cNvSpPr/>
          <p:nvPr/>
        </p:nvSpPr>
        <p:spPr>
          <a:xfrm>
            <a:off x="4983479" y="5007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4" name="object 994"/>
          <p:cNvSpPr/>
          <p:nvPr/>
        </p:nvSpPr>
        <p:spPr>
          <a:xfrm>
            <a:off x="4983479" y="4778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5" name="object 995"/>
          <p:cNvSpPr/>
          <p:nvPr/>
        </p:nvSpPr>
        <p:spPr>
          <a:xfrm>
            <a:off x="4983479" y="4550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6" name="object 996"/>
          <p:cNvSpPr/>
          <p:nvPr/>
        </p:nvSpPr>
        <p:spPr>
          <a:xfrm>
            <a:off x="4983479" y="4321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7" name="object 997"/>
          <p:cNvSpPr/>
          <p:nvPr/>
        </p:nvSpPr>
        <p:spPr>
          <a:xfrm>
            <a:off x="4983479" y="4093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8" name="object 998"/>
          <p:cNvSpPr/>
          <p:nvPr/>
        </p:nvSpPr>
        <p:spPr>
          <a:xfrm>
            <a:off x="4983479" y="3864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99" name="object 999"/>
          <p:cNvSpPr/>
          <p:nvPr/>
        </p:nvSpPr>
        <p:spPr>
          <a:xfrm>
            <a:off x="4983479" y="3635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0" name="object 1000"/>
          <p:cNvSpPr/>
          <p:nvPr/>
        </p:nvSpPr>
        <p:spPr>
          <a:xfrm>
            <a:off x="4983479" y="3407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1" name="object 1001"/>
          <p:cNvSpPr/>
          <p:nvPr/>
        </p:nvSpPr>
        <p:spPr>
          <a:xfrm>
            <a:off x="4983479" y="3178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2" name="object 1002"/>
          <p:cNvSpPr/>
          <p:nvPr/>
        </p:nvSpPr>
        <p:spPr>
          <a:xfrm>
            <a:off x="4983479" y="2950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3" name="object 1003"/>
          <p:cNvSpPr/>
          <p:nvPr/>
        </p:nvSpPr>
        <p:spPr>
          <a:xfrm>
            <a:off x="4983479" y="2721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4" name="object 1004"/>
          <p:cNvSpPr/>
          <p:nvPr/>
        </p:nvSpPr>
        <p:spPr>
          <a:xfrm>
            <a:off x="4983479" y="2492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5" name="object 1005"/>
          <p:cNvSpPr/>
          <p:nvPr/>
        </p:nvSpPr>
        <p:spPr>
          <a:xfrm>
            <a:off x="4983479" y="2264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6" name="object 1006"/>
          <p:cNvSpPr/>
          <p:nvPr/>
        </p:nvSpPr>
        <p:spPr>
          <a:xfrm>
            <a:off x="4983479" y="2035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7" name="object 1007"/>
          <p:cNvSpPr/>
          <p:nvPr/>
        </p:nvSpPr>
        <p:spPr>
          <a:xfrm>
            <a:off x="4983479" y="1807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8" name="object 1008"/>
          <p:cNvSpPr/>
          <p:nvPr/>
        </p:nvSpPr>
        <p:spPr>
          <a:xfrm>
            <a:off x="4983479" y="1578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09" name="object 1009"/>
          <p:cNvSpPr/>
          <p:nvPr/>
        </p:nvSpPr>
        <p:spPr>
          <a:xfrm>
            <a:off x="4983479" y="1349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0" name="object 1010"/>
          <p:cNvSpPr/>
          <p:nvPr/>
        </p:nvSpPr>
        <p:spPr>
          <a:xfrm>
            <a:off x="4983479" y="1121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1" name="object 1011"/>
          <p:cNvSpPr/>
          <p:nvPr/>
        </p:nvSpPr>
        <p:spPr>
          <a:xfrm>
            <a:off x="4983479" y="892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2" name="object 1012"/>
          <p:cNvSpPr/>
          <p:nvPr/>
        </p:nvSpPr>
        <p:spPr>
          <a:xfrm>
            <a:off x="4983479" y="664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3" name="object 1013"/>
          <p:cNvSpPr/>
          <p:nvPr/>
        </p:nvSpPr>
        <p:spPr>
          <a:xfrm>
            <a:off x="4983479" y="435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4" name="object 1014"/>
          <p:cNvSpPr/>
          <p:nvPr/>
        </p:nvSpPr>
        <p:spPr>
          <a:xfrm>
            <a:off x="4983479" y="206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5" name="object 1015"/>
          <p:cNvSpPr/>
          <p:nvPr/>
        </p:nvSpPr>
        <p:spPr>
          <a:xfrm>
            <a:off x="5212079" y="10493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6" name="object 1016"/>
          <p:cNvSpPr/>
          <p:nvPr/>
        </p:nvSpPr>
        <p:spPr>
          <a:xfrm>
            <a:off x="5212079" y="10265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7" name="object 1017"/>
          <p:cNvSpPr/>
          <p:nvPr/>
        </p:nvSpPr>
        <p:spPr>
          <a:xfrm>
            <a:off x="5212079" y="10036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8" name="object 1018"/>
          <p:cNvSpPr/>
          <p:nvPr/>
        </p:nvSpPr>
        <p:spPr>
          <a:xfrm>
            <a:off x="5212079" y="9808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19" name="object 1019"/>
          <p:cNvSpPr/>
          <p:nvPr/>
        </p:nvSpPr>
        <p:spPr>
          <a:xfrm>
            <a:off x="5212079" y="9579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0" name="object 1020"/>
          <p:cNvSpPr/>
          <p:nvPr/>
        </p:nvSpPr>
        <p:spPr>
          <a:xfrm>
            <a:off x="5212079" y="9350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1" name="object 1021"/>
          <p:cNvSpPr/>
          <p:nvPr/>
        </p:nvSpPr>
        <p:spPr>
          <a:xfrm>
            <a:off x="5212079" y="9122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2" name="object 1022"/>
          <p:cNvSpPr/>
          <p:nvPr/>
        </p:nvSpPr>
        <p:spPr>
          <a:xfrm>
            <a:off x="5212079" y="8893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3" name="object 1023"/>
          <p:cNvSpPr/>
          <p:nvPr/>
        </p:nvSpPr>
        <p:spPr>
          <a:xfrm>
            <a:off x="5212079" y="8665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4" name="object 1024"/>
          <p:cNvSpPr/>
          <p:nvPr/>
        </p:nvSpPr>
        <p:spPr>
          <a:xfrm>
            <a:off x="5212079" y="8436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5" name="object 1025"/>
          <p:cNvSpPr/>
          <p:nvPr/>
        </p:nvSpPr>
        <p:spPr>
          <a:xfrm>
            <a:off x="5212079" y="8207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6" name="object 1026"/>
          <p:cNvSpPr/>
          <p:nvPr/>
        </p:nvSpPr>
        <p:spPr>
          <a:xfrm>
            <a:off x="5212079" y="7979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7" name="object 1027"/>
          <p:cNvSpPr/>
          <p:nvPr/>
        </p:nvSpPr>
        <p:spPr>
          <a:xfrm>
            <a:off x="5212079" y="7750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8" name="object 1028"/>
          <p:cNvSpPr/>
          <p:nvPr/>
        </p:nvSpPr>
        <p:spPr>
          <a:xfrm>
            <a:off x="5212079" y="7522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29" name="object 1029"/>
          <p:cNvSpPr/>
          <p:nvPr/>
        </p:nvSpPr>
        <p:spPr>
          <a:xfrm>
            <a:off x="5212079" y="7293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0" name="object 1030"/>
          <p:cNvSpPr/>
          <p:nvPr/>
        </p:nvSpPr>
        <p:spPr>
          <a:xfrm>
            <a:off x="5212079" y="7064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1" name="object 1031"/>
          <p:cNvSpPr/>
          <p:nvPr/>
        </p:nvSpPr>
        <p:spPr>
          <a:xfrm>
            <a:off x="5212079" y="6836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2" name="object 1032"/>
          <p:cNvSpPr/>
          <p:nvPr/>
        </p:nvSpPr>
        <p:spPr>
          <a:xfrm>
            <a:off x="5212079" y="6607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3" name="object 1033"/>
          <p:cNvSpPr/>
          <p:nvPr/>
        </p:nvSpPr>
        <p:spPr>
          <a:xfrm>
            <a:off x="5212079" y="6379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4" name="object 1034"/>
          <p:cNvSpPr/>
          <p:nvPr/>
        </p:nvSpPr>
        <p:spPr>
          <a:xfrm>
            <a:off x="5212079" y="6150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5" name="object 1035"/>
          <p:cNvSpPr/>
          <p:nvPr/>
        </p:nvSpPr>
        <p:spPr>
          <a:xfrm>
            <a:off x="5212079" y="5921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6" name="object 1036"/>
          <p:cNvSpPr/>
          <p:nvPr/>
        </p:nvSpPr>
        <p:spPr>
          <a:xfrm>
            <a:off x="5212079" y="5693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7" name="object 1037"/>
          <p:cNvSpPr/>
          <p:nvPr/>
        </p:nvSpPr>
        <p:spPr>
          <a:xfrm>
            <a:off x="5212079" y="5464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8" name="object 1038"/>
          <p:cNvSpPr/>
          <p:nvPr/>
        </p:nvSpPr>
        <p:spPr>
          <a:xfrm>
            <a:off x="5212079" y="5236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39" name="object 1039"/>
          <p:cNvSpPr/>
          <p:nvPr/>
        </p:nvSpPr>
        <p:spPr>
          <a:xfrm>
            <a:off x="5212079" y="5007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0" name="object 1040"/>
          <p:cNvSpPr/>
          <p:nvPr/>
        </p:nvSpPr>
        <p:spPr>
          <a:xfrm>
            <a:off x="5212079" y="4778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1" name="object 1041"/>
          <p:cNvSpPr/>
          <p:nvPr/>
        </p:nvSpPr>
        <p:spPr>
          <a:xfrm>
            <a:off x="5212079" y="4550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2" name="object 1042"/>
          <p:cNvSpPr/>
          <p:nvPr/>
        </p:nvSpPr>
        <p:spPr>
          <a:xfrm>
            <a:off x="5212079" y="4321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3" name="object 1043"/>
          <p:cNvSpPr/>
          <p:nvPr/>
        </p:nvSpPr>
        <p:spPr>
          <a:xfrm>
            <a:off x="5212079" y="4093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4" name="object 1044"/>
          <p:cNvSpPr/>
          <p:nvPr/>
        </p:nvSpPr>
        <p:spPr>
          <a:xfrm>
            <a:off x="5212079" y="3864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5" name="object 1045"/>
          <p:cNvSpPr/>
          <p:nvPr/>
        </p:nvSpPr>
        <p:spPr>
          <a:xfrm>
            <a:off x="5212079" y="3635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6" name="object 1046"/>
          <p:cNvSpPr/>
          <p:nvPr/>
        </p:nvSpPr>
        <p:spPr>
          <a:xfrm>
            <a:off x="5212079" y="3407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47" name="object 1047"/>
          <p:cNvSpPr/>
          <p:nvPr/>
        </p:nvSpPr>
        <p:spPr>
          <a:xfrm>
            <a:off x="5212079" y="3178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6" name="object 1056"/>
          <p:cNvSpPr/>
          <p:nvPr/>
        </p:nvSpPr>
        <p:spPr>
          <a:xfrm>
            <a:off x="5212079" y="1121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7" name="object 1057"/>
          <p:cNvSpPr/>
          <p:nvPr/>
        </p:nvSpPr>
        <p:spPr>
          <a:xfrm>
            <a:off x="5212079" y="892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8" name="object 1058"/>
          <p:cNvSpPr/>
          <p:nvPr/>
        </p:nvSpPr>
        <p:spPr>
          <a:xfrm>
            <a:off x="5212079" y="664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59" name="object 1059"/>
          <p:cNvSpPr/>
          <p:nvPr/>
        </p:nvSpPr>
        <p:spPr>
          <a:xfrm>
            <a:off x="5212079" y="435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0" name="object 1060"/>
          <p:cNvSpPr/>
          <p:nvPr/>
        </p:nvSpPr>
        <p:spPr>
          <a:xfrm>
            <a:off x="5212079" y="206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1" name="object 1061"/>
          <p:cNvSpPr/>
          <p:nvPr/>
        </p:nvSpPr>
        <p:spPr>
          <a:xfrm>
            <a:off x="5440679" y="10493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2" name="object 1062"/>
          <p:cNvSpPr/>
          <p:nvPr/>
        </p:nvSpPr>
        <p:spPr>
          <a:xfrm>
            <a:off x="5440679" y="10265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3" name="object 1063"/>
          <p:cNvSpPr/>
          <p:nvPr/>
        </p:nvSpPr>
        <p:spPr>
          <a:xfrm>
            <a:off x="5440679" y="10036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4" name="object 1064"/>
          <p:cNvSpPr/>
          <p:nvPr/>
        </p:nvSpPr>
        <p:spPr>
          <a:xfrm>
            <a:off x="5440679" y="9808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5" name="object 1065"/>
          <p:cNvSpPr/>
          <p:nvPr/>
        </p:nvSpPr>
        <p:spPr>
          <a:xfrm>
            <a:off x="5440679" y="9579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6" name="object 1066"/>
          <p:cNvSpPr/>
          <p:nvPr/>
        </p:nvSpPr>
        <p:spPr>
          <a:xfrm>
            <a:off x="5440679" y="9350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7" name="object 1067"/>
          <p:cNvSpPr/>
          <p:nvPr/>
        </p:nvSpPr>
        <p:spPr>
          <a:xfrm>
            <a:off x="5440679" y="9122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8" name="object 1068"/>
          <p:cNvSpPr/>
          <p:nvPr/>
        </p:nvSpPr>
        <p:spPr>
          <a:xfrm>
            <a:off x="5440679" y="8893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69" name="object 1069"/>
          <p:cNvSpPr/>
          <p:nvPr/>
        </p:nvSpPr>
        <p:spPr>
          <a:xfrm>
            <a:off x="5440679" y="8665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0" name="object 1070"/>
          <p:cNvSpPr/>
          <p:nvPr/>
        </p:nvSpPr>
        <p:spPr>
          <a:xfrm>
            <a:off x="5440679" y="8436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1" name="object 1071"/>
          <p:cNvSpPr/>
          <p:nvPr/>
        </p:nvSpPr>
        <p:spPr>
          <a:xfrm>
            <a:off x="5440679" y="8207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2" name="object 1072"/>
          <p:cNvSpPr/>
          <p:nvPr/>
        </p:nvSpPr>
        <p:spPr>
          <a:xfrm>
            <a:off x="5440679" y="7979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3" name="object 1073"/>
          <p:cNvSpPr/>
          <p:nvPr/>
        </p:nvSpPr>
        <p:spPr>
          <a:xfrm>
            <a:off x="5440679" y="7750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4" name="object 1074"/>
          <p:cNvSpPr/>
          <p:nvPr/>
        </p:nvSpPr>
        <p:spPr>
          <a:xfrm>
            <a:off x="5440679" y="7522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5" name="object 1075"/>
          <p:cNvSpPr/>
          <p:nvPr/>
        </p:nvSpPr>
        <p:spPr>
          <a:xfrm>
            <a:off x="5440679" y="7293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6" name="object 1076"/>
          <p:cNvSpPr/>
          <p:nvPr/>
        </p:nvSpPr>
        <p:spPr>
          <a:xfrm>
            <a:off x="5440679" y="7064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7" name="object 1077"/>
          <p:cNvSpPr/>
          <p:nvPr/>
        </p:nvSpPr>
        <p:spPr>
          <a:xfrm>
            <a:off x="5440679" y="6836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8" name="object 1078"/>
          <p:cNvSpPr/>
          <p:nvPr/>
        </p:nvSpPr>
        <p:spPr>
          <a:xfrm>
            <a:off x="5440679" y="6607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79" name="object 1079"/>
          <p:cNvSpPr/>
          <p:nvPr/>
        </p:nvSpPr>
        <p:spPr>
          <a:xfrm>
            <a:off x="5440679" y="6379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0" name="object 1080"/>
          <p:cNvSpPr/>
          <p:nvPr/>
        </p:nvSpPr>
        <p:spPr>
          <a:xfrm>
            <a:off x="5440679" y="6150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1" name="object 1081"/>
          <p:cNvSpPr/>
          <p:nvPr/>
        </p:nvSpPr>
        <p:spPr>
          <a:xfrm>
            <a:off x="5440679" y="5921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2" name="object 1082"/>
          <p:cNvSpPr/>
          <p:nvPr/>
        </p:nvSpPr>
        <p:spPr>
          <a:xfrm>
            <a:off x="5440679" y="5693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3" name="object 1083"/>
          <p:cNvSpPr/>
          <p:nvPr/>
        </p:nvSpPr>
        <p:spPr>
          <a:xfrm>
            <a:off x="5440679" y="5464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4" name="object 1084"/>
          <p:cNvSpPr/>
          <p:nvPr/>
        </p:nvSpPr>
        <p:spPr>
          <a:xfrm>
            <a:off x="5440679" y="5236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5" name="object 1085"/>
          <p:cNvSpPr/>
          <p:nvPr/>
        </p:nvSpPr>
        <p:spPr>
          <a:xfrm>
            <a:off x="5440679" y="5007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6" name="object 1086"/>
          <p:cNvSpPr/>
          <p:nvPr/>
        </p:nvSpPr>
        <p:spPr>
          <a:xfrm>
            <a:off x="5440679" y="4778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7" name="object 1087"/>
          <p:cNvSpPr/>
          <p:nvPr/>
        </p:nvSpPr>
        <p:spPr>
          <a:xfrm>
            <a:off x="5440679" y="4550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8" name="object 1088"/>
          <p:cNvSpPr/>
          <p:nvPr/>
        </p:nvSpPr>
        <p:spPr>
          <a:xfrm>
            <a:off x="5440679" y="4321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89" name="object 1089"/>
          <p:cNvSpPr/>
          <p:nvPr/>
        </p:nvSpPr>
        <p:spPr>
          <a:xfrm>
            <a:off x="5440679" y="4093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0" name="object 1090"/>
          <p:cNvSpPr/>
          <p:nvPr/>
        </p:nvSpPr>
        <p:spPr>
          <a:xfrm>
            <a:off x="5440679" y="3864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1" name="object 1091"/>
          <p:cNvSpPr/>
          <p:nvPr/>
        </p:nvSpPr>
        <p:spPr>
          <a:xfrm>
            <a:off x="5440679" y="3635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2" name="object 1092"/>
          <p:cNvSpPr/>
          <p:nvPr/>
        </p:nvSpPr>
        <p:spPr>
          <a:xfrm>
            <a:off x="5440679" y="3407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93" name="object 1093"/>
          <p:cNvSpPr/>
          <p:nvPr/>
        </p:nvSpPr>
        <p:spPr>
          <a:xfrm>
            <a:off x="5440679" y="3178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2" name="object 1102"/>
          <p:cNvSpPr/>
          <p:nvPr/>
        </p:nvSpPr>
        <p:spPr>
          <a:xfrm>
            <a:off x="5440679" y="1121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3" name="object 1103"/>
          <p:cNvSpPr/>
          <p:nvPr/>
        </p:nvSpPr>
        <p:spPr>
          <a:xfrm>
            <a:off x="5440679" y="892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4" name="object 1104"/>
          <p:cNvSpPr/>
          <p:nvPr/>
        </p:nvSpPr>
        <p:spPr>
          <a:xfrm>
            <a:off x="5440679" y="664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5" name="object 1105"/>
          <p:cNvSpPr/>
          <p:nvPr/>
        </p:nvSpPr>
        <p:spPr>
          <a:xfrm>
            <a:off x="5440679" y="435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6" name="object 1106"/>
          <p:cNvSpPr/>
          <p:nvPr/>
        </p:nvSpPr>
        <p:spPr>
          <a:xfrm>
            <a:off x="5440679" y="206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7" name="object 1107"/>
          <p:cNvSpPr/>
          <p:nvPr/>
        </p:nvSpPr>
        <p:spPr>
          <a:xfrm>
            <a:off x="5669279" y="10493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8" name="object 1108"/>
          <p:cNvSpPr/>
          <p:nvPr/>
        </p:nvSpPr>
        <p:spPr>
          <a:xfrm>
            <a:off x="5669279" y="10265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09" name="object 1109"/>
          <p:cNvSpPr/>
          <p:nvPr/>
        </p:nvSpPr>
        <p:spPr>
          <a:xfrm>
            <a:off x="5669279" y="10036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0" name="object 1110"/>
          <p:cNvSpPr/>
          <p:nvPr/>
        </p:nvSpPr>
        <p:spPr>
          <a:xfrm>
            <a:off x="5669279" y="9808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1" name="object 1111"/>
          <p:cNvSpPr/>
          <p:nvPr/>
        </p:nvSpPr>
        <p:spPr>
          <a:xfrm>
            <a:off x="5669279" y="9579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2" name="object 1112"/>
          <p:cNvSpPr/>
          <p:nvPr/>
        </p:nvSpPr>
        <p:spPr>
          <a:xfrm>
            <a:off x="5669279" y="9350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3" name="object 1113"/>
          <p:cNvSpPr/>
          <p:nvPr/>
        </p:nvSpPr>
        <p:spPr>
          <a:xfrm>
            <a:off x="5669279" y="9122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4" name="object 1114"/>
          <p:cNvSpPr/>
          <p:nvPr/>
        </p:nvSpPr>
        <p:spPr>
          <a:xfrm>
            <a:off x="5669279" y="8893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5" name="object 1115"/>
          <p:cNvSpPr/>
          <p:nvPr/>
        </p:nvSpPr>
        <p:spPr>
          <a:xfrm>
            <a:off x="5669279" y="8665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6" name="object 1116"/>
          <p:cNvSpPr/>
          <p:nvPr/>
        </p:nvSpPr>
        <p:spPr>
          <a:xfrm>
            <a:off x="5669279" y="8436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7" name="object 1117"/>
          <p:cNvSpPr/>
          <p:nvPr/>
        </p:nvSpPr>
        <p:spPr>
          <a:xfrm>
            <a:off x="5669279" y="8207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8" name="object 1118"/>
          <p:cNvSpPr/>
          <p:nvPr/>
        </p:nvSpPr>
        <p:spPr>
          <a:xfrm>
            <a:off x="5669279" y="7979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19" name="object 1119"/>
          <p:cNvSpPr/>
          <p:nvPr/>
        </p:nvSpPr>
        <p:spPr>
          <a:xfrm>
            <a:off x="5669279" y="7750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0" name="object 1120"/>
          <p:cNvSpPr/>
          <p:nvPr/>
        </p:nvSpPr>
        <p:spPr>
          <a:xfrm>
            <a:off x="5669279" y="7522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1" name="object 1121"/>
          <p:cNvSpPr/>
          <p:nvPr/>
        </p:nvSpPr>
        <p:spPr>
          <a:xfrm>
            <a:off x="5669279" y="7293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2" name="object 1122"/>
          <p:cNvSpPr/>
          <p:nvPr/>
        </p:nvSpPr>
        <p:spPr>
          <a:xfrm>
            <a:off x="5669279" y="7064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3" name="object 1123"/>
          <p:cNvSpPr/>
          <p:nvPr/>
        </p:nvSpPr>
        <p:spPr>
          <a:xfrm>
            <a:off x="5669279" y="6836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4" name="object 1124"/>
          <p:cNvSpPr/>
          <p:nvPr/>
        </p:nvSpPr>
        <p:spPr>
          <a:xfrm>
            <a:off x="5669279" y="6607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5" name="object 1125"/>
          <p:cNvSpPr/>
          <p:nvPr/>
        </p:nvSpPr>
        <p:spPr>
          <a:xfrm>
            <a:off x="5669279" y="6379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6" name="object 1126"/>
          <p:cNvSpPr/>
          <p:nvPr/>
        </p:nvSpPr>
        <p:spPr>
          <a:xfrm>
            <a:off x="5669279" y="6150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7" name="object 1127"/>
          <p:cNvSpPr/>
          <p:nvPr/>
        </p:nvSpPr>
        <p:spPr>
          <a:xfrm>
            <a:off x="5669279" y="5921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8" name="object 1128"/>
          <p:cNvSpPr/>
          <p:nvPr/>
        </p:nvSpPr>
        <p:spPr>
          <a:xfrm>
            <a:off x="5669279" y="5693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29" name="object 1129"/>
          <p:cNvSpPr/>
          <p:nvPr/>
        </p:nvSpPr>
        <p:spPr>
          <a:xfrm>
            <a:off x="5669279" y="5464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0" name="object 1130"/>
          <p:cNvSpPr/>
          <p:nvPr/>
        </p:nvSpPr>
        <p:spPr>
          <a:xfrm>
            <a:off x="5669279" y="5236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1" name="object 1131"/>
          <p:cNvSpPr/>
          <p:nvPr/>
        </p:nvSpPr>
        <p:spPr>
          <a:xfrm>
            <a:off x="5669279" y="5007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2" name="object 1132"/>
          <p:cNvSpPr/>
          <p:nvPr/>
        </p:nvSpPr>
        <p:spPr>
          <a:xfrm>
            <a:off x="5669279" y="4778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3" name="object 1133"/>
          <p:cNvSpPr/>
          <p:nvPr/>
        </p:nvSpPr>
        <p:spPr>
          <a:xfrm>
            <a:off x="5669279" y="4550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4" name="object 1134"/>
          <p:cNvSpPr/>
          <p:nvPr/>
        </p:nvSpPr>
        <p:spPr>
          <a:xfrm>
            <a:off x="5669279" y="4321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5" name="object 1135"/>
          <p:cNvSpPr/>
          <p:nvPr/>
        </p:nvSpPr>
        <p:spPr>
          <a:xfrm>
            <a:off x="5669279" y="4093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6" name="object 1136"/>
          <p:cNvSpPr/>
          <p:nvPr/>
        </p:nvSpPr>
        <p:spPr>
          <a:xfrm>
            <a:off x="5669279" y="3864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7" name="object 1137"/>
          <p:cNvSpPr/>
          <p:nvPr/>
        </p:nvSpPr>
        <p:spPr>
          <a:xfrm>
            <a:off x="5669279" y="3635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8" name="object 1138"/>
          <p:cNvSpPr/>
          <p:nvPr/>
        </p:nvSpPr>
        <p:spPr>
          <a:xfrm>
            <a:off x="5669279" y="3407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39" name="object 1139"/>
          <p:cNvSpPr/>
          <p:nvPr/>
        </p:nvSpPr>
        <p:spPr>
          <a:xfrm>
            <a:off x="5669279" y="3178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8" name="object 1148"/>
          <p:cNvSpPr/>
          <p:nvPr/>
        </p:nvSpPr>
        <p:spPr>
          <a:xfrm>
            <a:off x="5669279" y="1121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49" name="object 1149"/>
          <p:cNvSpPr/>
          <p:nvPr/>
        </p:nvSpPr>
        <p:spPr>
          <a:xfrm>
            <a:off x="5669279" y="892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0" name="object 1150"/>
          <p:cNvSpPr/>
          <p:nvPr/>
        </p:nvSpPr>
        <p:spPr>
          <a:xfrm>
            <a:off x="5669279" y="664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1" name="object 1151"/>
          <p:cNvSpPr/>
          <p:nvPr/>
        </p:nvSpPr>
        <p:spPr>
          <a:xfrm>
            <a:off x="5669279" y="435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2" name="object 1152"/>
          <p:cNvSpPr/>
          <p:nvPr/>
        </p:nvSpPr>
        <p:spPr>
          <a:xfrm>
            <a:off x="5669279" y="206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3" name="object 1153"/>
          <p:cNvSpPr/>
          <p:nvPr/>
        </p:nvSpPr>
        <p:spPr>
          <a:xfrm>
            <a:off x="5897879" y="10493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4" name="object 1154"/>
          <p:cNvSpPr/>
          <p:nvPr/>
        </p:nvSpPr>
        <p:spPr>
          <a:xfrm>
            <a:off x="5897879" y="10265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5" name="object 1155"/>
          <p:cNvSpPr/>
          <p:nvPr/>
        </p:nvSpPr>
        <p:spPr>
          <a:xfrm>
            <a:off x="5897879" y="10036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6" name="object 1156"/>
          <p:cNvSpPr/>
          <p:nvPr/>
        </p:nvSpPr>
        <p:spPr>
          <a:xfrm>
            <a:off x="5897879" y="9808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7" name="object 1157"/>
          <p:cNvSpPr/>
          <p:nvPr/>
        </p:nvSpPr>
        <p:spPr>
          <a:xfrm>
            <a:off x="5897879" y="9579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8" name="object 1158"/>
          <p:cNvSpPr/>
          <p:nvPr/>
        </p:nvSpPr>
        <p:spPr>
          <a:xfrm>
            <a:off x="5897879" y="9350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59" name="object 1159"/>
          <p:cNvSpPr/>
          <p:nvPr/>
        </p:nvSpPr>
        <p:spPr>
          <a:xfrm>
            <a:off x="5897879" y="9122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0" name="object 1160"/>
          <p:cNvSpPr/>
          <p:nvPr/>
        </p:nvSpPr>
        <p:spPr>
          <a:xfrm>
            <a:off x="5897879" y="8893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1" name="object 1161"/>
          <p:cNvSpPr/>
          <p:nvPr/>
        </p:nvSpPr>
        <p:spPr>
          <a:xfrm>
            <a:off x="5897879" y="8665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2" name="object 1162"/>
          <p:cNvSpPr/>
          <p:nvPr/>
        </p:nvSpPr>
        <p:spPr>
          <a:xfrm>
            <a:off x="5897879" y="8436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3" name="object 1163"/>
          <p:cNvSpPr/>
          <p:nvPr/>
        </p:nvSpPr>
        <p:spPr>
          <a:xfrm>
            <a:off x="5897879" y="8207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4" name="object 1164"/>
          <p:cNvSpPr/>
          <p:nvPr/>
        </p:nvSpPr>
        <p:spPr>
          <a:xfrm>
            <a:off x="5897879" y="7979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5" name="object 1165"/>
          <p:cNvSpPr/>
          <p:nvPr/>
        </p:nvSpPr>
        <p:spPr>
          <a:xfrm>
            <a:off x="5897879" y="7750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6" name="object 1166"/>
          <p:cNvSpPr/>
          <p:nvPr/>
        </p:nvSpPr>
        <p:spPr>
          <a:xfrm>
            <a:off x="5897879" y="7522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7" name="object 1167"/>
          <p:cNvSpPr/>
          <p:nvPr/>
        </p:nvSpPr>
        <p:spPr>
          <a:xfrm>
            <a:off x="5897879" y="7293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8" name="object 1168"/>
          <p:cNvSpPr/>
          <p:nvPr/>
        </p:nvSpPr>
        <p:spPr>
          <a:xfrm>
            <a:off x="5897879" y="7064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69" name="object 1169"/>
          <p:cNvSpPr/>
          <p:nvPr/>
        </p:nvSpPr>
        <p:spPr>
          <a:xfrm>
            <a:off x="5897879" y="6836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0" name="object 1170"/>
          <p:cNvSpPr/>
          <p:nvPr/>
        </p:nvSpPr>
        <p:spPr>
          <a:xfrm>
            <a:off x="5897879" y="6607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1" name="object 1171"/>
          <p:cNvSpPr/>
          <p:nvPr/>
        </p:nvSpPr>
        <p:spPr>
          <a:xfrm>
            <a:off x="5897879" y="6379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2" name="object 1172"/>
          <p:cNvSpPr/>
          <p:nvPr/>
        </p:nvSpPr>
        <p:spPr>
          <a:xfrm>
            <a:off x="5897879" y="6150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3" name="object 1173"/>
          <p:cNvSpPr/>
          <p:nvPr/>
        </p:nvSpPr>
        <p:spPr>
          <a:xfrm>
            <a:off x="5897879" y="5921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4" name="object 1174"/>
          <p:cNvSpPr/>
          <p:nvPr/>
        </p:nvSpPr>
        <p:spPr>
          <a:xfrm>
            <a:off x="5897879" y="5693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5" name="object 1175"/>
          <p:cNvSpPr/>
          <p:nvPr/>
        </p:nvSpPr>
        <p:spPr>
          <a:xfrm>
            <a:off x="5897879" y="5464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6" name="object 1176"/>
          <p:cNvSpPr/>
          <p:nvPr/>
        </p:nvSpPr>
        <p:spPr>
          <a:xfrm>
            <a:off x="5897879" y="5236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7" name="object 1177"/>
          <p:cNvSpPr/>
          <p:nvPr/>
        </p:nvSpPr>
        <p:spPr>
          <a:xfrm>
            <a:off x="5897879" y="5007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8" name="object 1178"/>
          <p:cNvSpPr/>
          <p:nvPr/>
        </p:nvSpPr>
        <p:spPr>
          <a:xfrm>
            <a:off x="5897879" y="4778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79" name="object 1179"/>
          <p:cNvSpPr/>
          <p:nvPr/>
        </p:nvSpPr>
        <p:spPr>
          <a:xfrm>
            <a:off x="5897879" y="4550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0" name="object 1180"/>
          <p:cNvSpPr/>
          <p:nvPr/>
        </p:nvSpPr>
        <p:spPr>
          <a:xfrm>
            <a:off x="5897879" y="4321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1" name="object 1181"/>
          <p:cNvSpPr/>
          <p:nvPr/>
        </p:nvSpPr>
        <p:spPr>
          <a:xfrm>
            <a:off x="5897879" y="4093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2" name="object 1182"/>
          <p:cNvSpPr/>
          <p:nvPr/>
        </p:nvSpPr>
        <p:spPr>
          <a:xfrm>
            <a:off x="5897879" y="3864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3" name="object 1183"/>
          <p:cNvSpPr/>
          <p:nvPr/>
        </p:nvSpPr>
        <p:spPr>
          <a:xfrm>
            <a:off x="5897879" y="3635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4" name="object 1184"/>
          <p:cNvSpPr/>
          <p:nvPr/>
        </p:nvSpPr>
        <p:spPr>
          <a:xfrm>
            <a:off x="5897879" y="3407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85" name="object 1185"/>
          <p:cNvSpPr/>
          <p:nvPr/>
        </p:nvSpPr>
        <p:spPr>
          <a:xfrm>
            <a:off x="5897879" y="3178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4" name="object 1194"/>
          <p:cNvSpPr/>
          <p:nvPr/>
        </p:nvSpPr>
        <p:spPr>
          <a:xfrm>
            <a:off x="5897879" y="1121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5" name="object 1195"/>
          <p:cNvSpPr/>
          <p:nvPr/>
        </p:nvSpPr>
        <p:spPr>
          <a:xfrm>
            <a:off x="5897879" y="892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6" name="object 1196"/>
          <p:cNvSpPr/>
          <p:nvPr/>
        </p:nvSpPr>
        <p:spPr>
          <a:xfrm>
            <a:off x="5897879" y="664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7" name="object 1197"/>
          <p:cNvSpPr/>
          <p:nvPr/>
        </p:nvSpPr>
        <p:spPr>
          <a:xfrm>
            <a:off x="5897879" y="435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8" name="object 1198"/>
          <p:cNvSpPr/>
          <p:nvPr/>
        </p:nvSpPr>
        <p:spPr>
          <a:xfrm>
            <a:off x="5897879" y="206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99" name="object 1199"/>
          <p:cNvSpPr/>
          <p:nvPr/>
        </p:nvSpPr>
        <p:spPr>
          <a:xfrm>
            <a:off x="6126479" y="10493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0" name="object 1200"/>
          <p:cNvSpPr/>
          <p:nvPr/>
        </p:nvSpPr>
        <p:spPr>
          <a:xfrm>
            <a:off x="6126479" y="10265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1" name="object 1201"/>
          <p:cNvSpPr/>
          <p:nvPr/>
        </p:nvSpPr>
        <p:spPr>
          <a:xfrm>
            <a:off x="6126479" y="10036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2" name="object 1202"/>
          <p:cNvSpPr/>
          <p:nvPr/>
        </p:nvSpPr>
        <p:spPr>
          <a:xfrm>
            <a:off x="6126479" y="9808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3" name="object 1203"/>
          <p:cNvSpPr/>
          <p:nvPr/>
        </p:nvSpPr>
        <p:spPr>
          <a:xfrm>
            <a:off x="6126479" y="9579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4" name="object 1204"/>
          <p:cNvSpPr/>
          <p:nvPr/>
        </p:nvSpPr>
        <p:spPr>
          <a:xfrm>
            <a:off x="6126479" y="9350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5" name="object 1205"/>
          <p:cNvSpPr/>
          <p:nvPr/>
        </p:nvSpPr>
        <p:spPr>
          <a:xfrm>
            <a:off x="6126479" y="9122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6" name="object 1206"/>
          <p:cNvSpPr/>
          <p:nvPr/>
        </p:nvSpPr>
        <p:spPr>
          <a:xfrm>
            <a:off x="6126479" y="8893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7" name="object 1207"/>
          <p:cNvSpPr/>
          <p:nvPr/>
        </p:nvSpPr>
        <p:spPr>
          <a:xfrm>
            <a:off x="6126479" y="8665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8" name="object 1208"/>
          <p:cNvSpPr/>
          <p:nvPr/>
        </p:nvSpPr>
        <p:spPr>
          <a:xfrm>
            <a:off x="6126479" y="8436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09" name="object 1209"/>
          <p:cNvSpPr/>
          <p:nvPr/>
        </p:nvSpPr>
        <p:spPr>
          <a:xfrm>
            <a:off x="6126479" y="8207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0" name="object 1210"/>
          <p:cNvSpPr/>
          <p:nvPr/>
        </p:nvSpPr>
        <p:spPr>
          <a:xfrm>
            <a:off x="6126479" y="7979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1" name="object 1211"/>
          <p:cNvSpPr/>
          <p:nvPr/>
        </p:nvSpPr>
        <p:spPr>
          <a:xfrm>
            <a:off x="6126479" y="7750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2" name="object 1212"/>
          <p:cNvSpPr/>
          <p:nvPr/>
        </p:nvSpPr>
        <p:spPr>
          <a:xfrm>
            <a:off x="6126479" y="7522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3" name="object 1213"/>
          <p:cNvSpPr/>
          <p:nvPr/>
        </p:nvSpPr>
        <p:spPr>
          <a:xfrm>
            <a:off x="6126479" y="7293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4" name="object 1214"/>
          <p:cNvSpPr/>
          <p:nvPr/>
        </p:nvSpPr>
        <p:spPr>
          <a:xfrm>
            <a:off x="6126479" y="7064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5" name="object 1215"/>
          <p:cNvSpPr/>
          <p:nvPr/>
        </p:nvSpPr>
        <p:spPr>
          <a:xfrm>
            <a:off x="6126479" y="6836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6" name="object 1216"/>
          <p:cNvSpPr/>
          <p:nvPr/>
        </p:nvSpPr>
        <p:spPr>
          <a:xfrm>
            <a:off x="6126479" y="6607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7" name="object 1217"/>
          <p:cNvSpPr/>
          <p:nvPr/>
        </p:nvSpPr>
        <p:spPr>
          <a:xfrm>
            <a:off x="6126479" y="6379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8" name="object 1218"/>
          <p:cNvSpPr/>
          <p:nvPr/>
        </p:nvSpPr>
        <p:spPr>
          <a:xfrm>
            <a:off x="6126479" y="6150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19" name="object 1219"/>
          <p:cNvSpPr/>
          <p:nvPr/>
        </p:nvSpPr>
        <p:spPr>
          <a:xfrm>
            <a:off x="6126479" y="5921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0" name="object 1220"/>
          <p:cNvSpPr/>
          <p:nvPr/>
        </p:nvSpPr>
        <p:spPr>
          <a:xfrm>
            <a:off x="6126479" y="5693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1" name="object 1221"/>
          <p:cNvSpPr/>
          <p:nvPr/>
        </p:nvSpPr>
        <p:spPr>
          <a:xfrm>
            <a:off x="6126479" y="5464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2" name="object 1222"/>
          <p:cNvSpPr/>
          <p:nvPr/>
        </p:nvSpPr>
        <p:spPr>
          <a:xfrm>
            <a:off x="6126479" y="5236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3" name="object 1223"/>
          <p:cNvSpPr/>
          <p:nvPr/>
        </p:nvSpPr>
        <p:spPr>
          <a:xfrm>
            <a:off x="6126479" y="5007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4" name="object 1224"/>
          <p:cNvSpPr/>
          <p:nvPr/>
        </p:nvSpPr>
        <p:spPr>
          <a:xfrm>
            <a:off x="6126479" y="4778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5" name="object 1225"/>
          <p:cNvSpPr/>
          <p:nvPr/>
        </p:nvSpPr>
        <p:spPr>
          <a:xfrm>
            <a:off x="6126479" y="4550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6" name="object 1226"/>
          <p:cNvSpPr/>
          <p:nvPr/>
        </p:nvSpPr>
        <p:spPr>
          <a:xfrm>
            <a:off x="6126479" y="4321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7" name="object 1227"/>
          <p:cNvSpPr/>
          <p:nvPr/>
        </p:nvSpPr>
        <p:spPr>
          <a:xfrm>
            <a:off x="6126479" y="4093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8" name="object 1228"/>
          <p:cNvSpPr/>
          <p:nvPr/>
        </p:nvSpPr>
        <p:spPr>
          <a:xfrm>
            <a:off x="6126479" y="3864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29" name="object 1229"/>
          <p:cNvSpPr/>
          <p:nvPr/>
        </p:nvSpPr>
        <p:spPr>
          <a:xfrm>
            <a:off x="6126479" y="3635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0" name="object 1230"/>
          <p:cNvSpPr/>
          <p:nvPr/>
        </p:nvSpPr>
        <p:spPr>
          <a:xfrm>
            <a:off x="6126479" y="3407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31" name="object 1231"/>
          <p:cNvSpPr/>
          <p:nvPr/>
        </p:nvSpPr>
        <p:spPr>
          <a:xfrm>
            <a:off x="6126479" y="3178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0" name="object 1240"/>
          <p:cNvSpPr/>
          <p:nvPr/>
        </p:nvSpPr>
        <p:spPr>
          <a:xfrm>
            <a:off x="6126479" y="1121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1" name="object 1241"/>
          <p:cNvSpPr/>
          <p:nvPr/>
        </p:nvSpPr>
        <p:spPr>
          <a:xfrm>
            <a:off x="6126479" y="892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2" name="object 1242"/>
          <p:cNvSpPr/>
          <p:nvPr/>
        </p:nvSpPr>
        <p:spPr>
          <a:xfrm>
            <a:off x="6126479" y="664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3" name="object 1243"/>
          <p:cNvSpPr/>
          <p:nvPr/>
        </p:nvSpPr>
        <p:spPr>
          <a:xfrm>
            <a:off x="6126479" y="435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4" name="object 1244"/>
          <p:cNvSpPr/>
          <p:nvPr/>
        </p:nvSpPr>
        <p:spPr>
          <a:xfrm>
            <a:off x="6126479" y="206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5" name="object 1245"/>
          <p:cNvSpPr/>
          <p:nvPr/>
        </p:nvSpPr>
        <p:spPr>
          <a:xfrm>
            <a:off x="6355079" y="10493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6" name="object 1246"/>
          <p:cNvSpPr/>
          <p:nvPr/>
        </p:nvSpPr>
        <p:spPr>
          <a:xfrm>
            <a:off x="6355079" y="10265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7" name="object 1247"/>
          <p:cNvSpPr/>
          <p:nvPr/>
        </p:nvSpPr>
        <p:spPr>
          <a:xfrm>
            <a:off x="6355079" y="10036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8" name="object 1248"/>
          <p:cNvSpPr/>
          <p:nvPr/>
        </p:nvSpPr>
        <p:spPr>
          <a:xfrm>
            <a:off x="6355079" y="9808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49" name="object 1249"/>
          <p:cNvSpPr/>
          <p:nvPr/>
        </p:nvSpPr>
        <p:spPr>
          <a:xfrm>
            <a:off x="6355079" y="9579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0" name="object 1250"/>
          <p:cNvSpPr/>
          <p:nvPr/>
        </p:nvSpPr>
        <p:spPr>
          <a:xfrm>
            <a:off x="6355079" y="9350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1" name="object 1251"/>
          <p:cNvSpPr/>
          <p:nvPr/>
        </p:nvSpPr>
        <p:spPr>
          <a:xfrm>
            <a:off x="6355079" y="9122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2" name="object 1252"/>
          <p:cNvSpPr/>
          <p:nvPr/>
        </p:nvSpPr>
        <p:spPr>
          <a:xfrm>
            <a:off x="6355079" y="8893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3" name="object 1253"/>
          <p:cNvSpPr/>
          <p:nvPr/>
        </p:nvSpPr>
        <p:spPr>
          <a:xfrm>
            <a:off x="6355079" y="8665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4" name="object 1254"/>
          <p:cNvSpPr/>
          <p:nvPr/>
        </p:nvSpPr>
        <p:spPr>
          <a:xfrm>
            <a:off x="6355079" y="8436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5" name="object 1255"/>
          <p:cNvSpPr/>
          <p:nvPr/>
        </p:nvSpPr>
        <p:spPr>
          <a:xfrm>
            <a:off x="6355079" y="8207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6" name="object 1256"/>
          <p:cNvSpPr/>
          <p:nvPr/>
        </p:nvSpPr>
        <p:spPr>
          <a:xfrm>
            <a:off x="6355079" y="7979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7" name="object 1257"/>
          <p:cNvSpPr/>
          <p:nvPr/>
        </p:nvSpPr>
        <p:spPr>
          <a:xfrm>
            <a:off x="6355079" y="7750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8" name="object 1258"/>
          <p:cNvSpPr/>
          <p:nvPr/>
        </p:nvSpPr>
        <p:spPr>
          <a:xfrm>
            <a:off x="6355079" y="7522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59" name="object 1259"/>
          <p:cNvSpPr/>
          <p:nvPr/>
        </p:nvSpPr>
        <p:spPr>
          <a:xfrm>
            <a:off x="6355079" y="7293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0" name="object 1260"/>
          <p:cNvSpPr/>
          <p:nvPr/>
        </p:nvSpPr>
        <p:spPr>
          <a:xfrm>
            <a:off x="6355079" y="7064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1" name="object 1261"/>
          <p:cNvSpPr/>
          <p:nvPr/>
        </p:nvSpPr>
        <p:spPr>
          <a:xfrm>
            <a:off x="6355079" y="6836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2" name="object 1262"/>
          <p:cNvSpPr/>
          <p:nvPr/>
        </p:nvSpPr>
        <p:spPr>
          <a:xfrm>
            <a:off x="6355079" y="6607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3" name="object 1263"/>
          <p:cNvSpPr/>
          <p:nvPr/>
        </p:nvSpPr>
        <p:spPr>
          <a:xfrm>
            <a:off x="6355079" y="6379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4" name="object 1264"/>
          <p:cNvSpPr/>
          <p:nvPr/>
        </p:nvSpPr>
        <p:spPr>
          <a:xfrm>
            <a:off x="6355079" y="6150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5" name="object 1265"/>
          <p:cNvSpPr/>
          <p:nvPr/>
        </p:nvSpPr>
        <p:spPr>
          <a:xfrm>
            <a:off x="6355079" y="5921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6" name="object 1266"/>
          <p:cNvSpPr/>
          <p:nvPr/>
        </p:nvSpPr>
        <p:spPr>
          <a:xfrm>
            <a:off x="6355079" y="5693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7" name="object 1267"/>
          <p:cNvSpPr/>
          <p:nvPr/>
        </p:nvSpPr>
        <p:spPr>
          <a:xfrm>
            <a:off x="6355079" y="5464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8" name="object 1268"/>
          <p:cNvSpPr/>
          <p:nvPr/>
        </p:nvSpPr>
        <p:spPr>
          <a:xfrm>
            <a:off x="6355079" y="5236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69" name="object 1269"/>
          <p:cNvSpPr/>
          <p:nvPr/>
        </p:nvSpPr>
        <p:spPr>
          <a:xfrm>
            <a:off x="6355079" y="5007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0" name="object 1270"/>
          <p:cNvSpPr/>
          <p:nvPr/>
        </p:nvSpPr>
        <p:spPr>
          <a:xfrm>
            <a:off x="6355079" y="4778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1" name="object 1271"/>
          <p:cNvSpPr/>
          <p:nvPr/>
        </p:nvSpPr>
        <p:spPr>
          <a:xfrm>
            <a:off x="6355079" y="4550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2" name="object 1272"/>
          <p:cNvSpPr/>
          <p:nvPr/>
        </p:nvSpPr>
        <p:spPr>
          <a:xfrm>
            <a:off x="6355079" y="4321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3" name="object 1273"/>
          <p:cNvSpPr/>
          <p:nvPr/>
        </p:nvSpPr>
        <p:spPr>
          <a:xfrm>
            <a:off x="6355079" y="4093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4" name="object 1274"/>
          <p:cNvSpPr/>
          <p:nvPr/>
        </p:nvSpPr>
        <p:spPr>
          <a:xfrm>
            <a:off x="6355079" y="3864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5" name="object 1275"/>
          <p:cNvSpPr/>
          <p:nvPr/>
        </p:nvSpPr>
        <p:spPr>
          <a:xfrm>
            <a:off x="6355079" y="3635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6" name="object 1276"/>
          <p:cNvSpPr/>
          <p:nvPr/>
        </p:nvSpPr>
        <p:spPr>
          <a:xfrm>
            <a:off x="6355079" y="3407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77" name="object 1277"/>
          <p:cNvSpPr/>
          <p:nvPr/>
        </p:nvSpPr>
        <p:spPr>
          <a:xfrm>
            <a:off x="6355079" y="3178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6" name="object 1286"/>
          <p:cNvSpPr/>
          <p:nvPr/>
        </p:nvSpPr>
        <p:spPr>
          <a:xfrm>
            <a:off x="6355079" y="1121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7" name="object 1287"/>
          <p:cNvSpPr/>
          <p:nvPr/>
        </p:nvSpPr>
        <p:spPr>
          <a:xfrm>
            <a:off x="6355079" y="892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8" name="object 1288"/>
          <p:cNvSpPr/>
          <p:nvPr/>
        </p:nvSpPr>
        <p:spPr>
          <a:xfrm>
            <a:off x="6355079" y="664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89" name="object 1289"/>
          <p:cNvSpPr/>
          <p:nvPr/>
        </p:nvSpPr>
        <p:spPr>
          <a:xfrm>
            <a:off x="6355079" y="435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0" name="object 1290"/>
          <p:cNvSpPr/>
          <p:nvPr/>
        </p:nvSpPr>
        <p:spPr>
          <a:xfrm>
            <a:off x="6355079" y="206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39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1" name="object 1291"/>
          <p:cNvSpPr/>
          <p:nvPr/>
        </p:nvSpPr>
        <p:spPr>
          <a:xfrm>
            <a:off x="6583680" y="10493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2" name="object 1292"/>
          <p:cNvSpPr/>
          <p:nvPr/>
        </p:nvSpPr>
        <p:spPr>
          <a:xfrm>
            <a:off x="6583680" y="10265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3" name="object 1293"/>
          <p:cNvSpPr/>
          <p:nvPr/>
        </p:nvSpPr>
        <p:spPr>
          <a:xfrm>
            <a:off x="6583680" y="10036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4" name="object 1294"/>
          <p:cNvSpPr/>
          <p:nvPr/>
        </p:nvSpPr>
        <p:spPr>
          <a:xfrm>
            <a:off x="6583680" y="9808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5" name="object 1295"/>
          <p:cNvSpPr/>
          <p:nvPr/>
        </p:nvSpPr>
        <p:spPr>
          <a:xfrm>
            <a:off x="6583680" y="9579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6" name="object 1296"/>
          <p:cNvSpPr/>
          <p:nvPr/>
        </p:nvSpPr>
        <p:spPr>
          <a:xfrm>
            <a:off x="6583680" y="9350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7" name="object 1297"/>
          <p:cNvSpPr/>
          <p:nvPr/>
        </p:nvSpPr>
        <p:spPr>
          <a:xfrm>
            <a:off x="6583680" y="9122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8" name="object 1298"/>
          <p:cNvSpPr/>
          <p:nvPr/>
        </p:nvSpPr>
        <p:spPr>
          <a:xfrm>
            <a:off x="6583680" y="8893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99" name="object 1299"/>
          <p:cNvSpPr/>
          <p:nvPr/>
        </p:nvSpPr>
        <p:spPr>
          <a:xfrm>
            <a:off x="6583680" y="8665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0" name="object 1300"/>
          <p:cNvSpPr/>
          <p:nvPr/>
        </p:nvSpPr>
        <p:spPr>
          <a:xfrm>
            <a:off x="6583680" y="8436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1" name="object 1301"/>
          <p:cNvSpPr/>
          <p:nvPr/>
        </p:nvSpPr>
        <p:spPr>
          <a:xfrm>
            <a:off x="6583680" y="8207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2" name="object 1302"/>
          <p:cNvSpPr/>
          <p:nvPr/>
        </p:nvSpPr>
        <p:spPr>
          <a:xfrm>
            <a:off x="6583680" y="7979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3" name="object 1303"/>
          <p:cNvSpPr/>
          <p:nvPr/>
        </p:nvSpPr>
        <p:spPr>
          <a:xfrm>
            <a:off x="6583680" y="7750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4" name="object 1304"/>
          <p:cNvSpPr/>
          <p:nvPr/>
        </p:nvSpPr>
        <p:spPr>
          <a:xfrm>
            <a:off x="6583680" y="7522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5" name="object 1305"/>
          <p:cNvSpPr/>
          <p:nvPr/>
        </p:nvSpPr>
        <p:spPr>
          <a:xfrm>
            <a:off x="6583680" y="7293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6" name="object 1306"/>
          <p:cNvSpPr/>
          <p:nvPr/>
        </p:nvSpPr>
        <p:spPr>
          <a:xfrm>
            <a:off x="6583680" y="7064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7" name="object 1307"/>
          <p:cNvSpPr/>
          <p:nvPr/>
        </p:nvSpPr>
        <p:spPr>
          <a:xfrm>
            <a:off x="6583680" y="6836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8" name="object 1308"/>
          <p:cNvSpPr/>
          <p:nvPr/>
        </p:nvSpPr>
        <p:spPr>
          <a:xfrm>
            <a:off x="6583680" y="6607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09" name="object 1309"/>
          <p:cNvSpPr/>
          <p:nvPr/>
        </p:nvSpPr>
        <p:spPr>
          <a:xfrm>
            <a:off x="6583680" y="6379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0" name="object 1310"/>
          <p:cNvSpPr/>
          <p:nvPr/>
        </p:nvSpPr>
        <p:spPr>
          <a:xfrm>
            <a:off x="6583680" y="6150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1" name="object 1311"/>
          <p:cNvSpPr/>
          <p:nvPr/>
        </p:nvSpPr>
        <p:spPr>
          <a:xfrm>
            <a:off x="6583680" y="5921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2" name="object 1312"/>
          <p:cNvSpPr/>
          <p:nvPr/>
        </p:nvSpPr>
        <p:spPr>
          <a:xfrm>
            <a:off x="6583680" y="5693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3" name="object 1313"/>
          <p:cNvSpPr/>
          <p:nvPr/>
        </p:nvSpPr>
        <p:spPr>
          <a:xfrm>
            <a:off x="6583680" y="5464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4" name="object 1314"/>
          <p:cNvSpPr/>
          <p:nvPr/>
        </p:nvSpPr>
        <p:spPr>
          <a:xfrm>
            <a:off x="6583680" y="5236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5" name="object 1315"/>
          <p:cNvSpPr/>
          <p:nvPr/>
        </p:nvSpPr>
        <p:spPr>
          <a:xfrm>
            <a:off x="6583680" y="5007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6" name="object 1316"/>
          <p:cNvSpPr/>
          <p:nvPr/>
        </p:nvSpPr>
        <p:spPr>
          <a:xfrm>
            <a:off x="6583680" y="4778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7" name="object 1317"/>
          <p:cNvSpPr/>
          <p:nvPr/>
        </p:nvSpPr>
        <p:spPr>
          <a:xfrm>
            <a:off x="6583680" y="4550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8" name="object 1318"/>
          <p:cNvSpPr/>
          <p:nvPr/>
        </p:nvSpPr>
        <p:spPr>
          <a:xfrm>
            <a:off x="6583680" y="4321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19" name="object 1319"/>
          <p:cNvSpPr/>
          <p:nvPr/>
        </p:nvSpPr>
        <p:spPr>
          <a:xfrm>
            <a:off x="6583680" y="4093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0" name="object 1320"/>
          <p:cNvSpPr/>
          <p:nvPr/>
        </p:nvSpPr>
        <p:spPr>
          <a:xfrm>
            <a:off x="6583680" y="3864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1" name="object 1321"/>
          <p:cNvSpPr/>
          <p:nvPr/>
        </p:nvSpPr>
        <p:spPr>
          <a:xfrm>
            <a:off x="6583680" y="3635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2" name="object 1322"/>
          <p:cNvSpPr/>
          <p:nvPr/>
        </p:nvSpPr>
        <p:spPr>
          <a:xfrm>
            <a:off x="6583680" y="3407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23" name="object 1323"/>
          <p:cNvSpPr/>
          <p:nvPr/>
        </p:nvSpPr>
        <p:spPr>
          <a:xfrm>
            <a:off x="6583680" y="3178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2" name="object 1332"/>
          <p:cNvSpPr/>
          <p:nvPr/>
        </p:nvSpPr>
        <p:spPr>
          <a:xfrm>
            <a:off x="6583680" y="1121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3" name="object 1333"/>
          <p:cNvSpPr/>
          <p:nvPr/>
        </p:nvSpPr>
        <p:spPr>
          <a:xfrm>
            <a:off x="6583680" y="892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4" name="object 1334"/>
          <p:cNvSpPr/>
          <p:nvPr/>
        </p:nvSpPr>
        <p:spPr>
          <a:xfrm>
            <a:off x="6583680" y="664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5" name="object 1335"/>
          <p:cNvSpPr/>
          <p:nvPr/>
        </p:nvSpPr>
        <p:spPr>
          <a:xfrm>
            <a:off x="6583680" y="435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6" name="object 1336"/>
          <p:cNvSpPr/>
          <p:nvPr/>
        </p:nvSpPr>
        <p:spPr>
          <a:xfrm>
            <a:off x="6583680" y="206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7" name="object 1337"/>
          <p:cNvSpPr/>
          <p:nvPr/>
        </p:nvSpPr>
        <p:spPr>
          <a:xfrm>
            <a:off x="6812280" y="10493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8" name="object 1338"/>
          <p:cNvSpPr/>
          <p:nvPr/>
        </p:nvSpPr>
        <p:spPr>
          <a:xfrm>
            <a:off x="6812280" y="10265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39" name="object 1339"/>
          <p:cNvSpPr/>
          <p:nvPr/>
        </p:nvSpPr>
        <p:spPr>
          <a:xfrm>
            <a:off x="6812280" y="10036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0" name="object 1340"/>
          <p:cNvSpPr/>
          <p:nvPr/>
        </p:nvSpPr>
        <p:spPr>
          <a:xfrm>
            <a:off x="6812280" y="9808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1" name="object 1341"/>
          <p:cNvSpPr/>
          <p:nvPr/>
        </p:nvSpPr>
        <p:spPr>
          <a:xfrm>
            <a:off x="6812280" y="9579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2" name="object 1342"/>
          <p:cNvSpPr/>
          <p:nvPr/>
        </p:nvSpPr>
        <p:spPr>
          <a:xfrm>
            <a:off x="6812280" y="9350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3" name="object 1343"/>
          <p:cNvSpPr/>
          <p:nvPr/>
        </p:nvSpPr>
        <p:spPr>
          <a:xfrm>
            <a:off x="6812280" y="9122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4" name="object 1344"/>
          <p:cNvSpPr/>
          <p:nvPr/>
        </p:nvSpPr>
        <p:spPr>
          <a:xfrm>
            <a:off x="6812280" y="8893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5" name="object 1345"/>
          <p:cNvSpPr/>
          <p:nvPr/>
        </p:nvSpPr>
        <p:spPr>
          <a:xfrm>
            <a:off x="6812280" y="8665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6" name="object 1346"/>
          <p:cNvSpPr/>
          <p:nvPr/>
        </p:nvSpPr>
        <p:spPr>
          <a:xfrm>
            <a:off x="6812280" y="8436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7" name="object 1347"/>
          <p:cNvSpPr/>
          <p:nvPr/>
        </p:nvSpPr>
        <p:spPr>
          <a:xfrm>
            <a:off x="6812280" y="8207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8" name="object 1348"/>
          <p:cNvSpPr/>
          <p:nvPr/>
        </p:nvSpPr>
        <p:spPr>
          <a:xfrm>
            <a:off x="6812280" y="7979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49" name="object 1349"/>
          <p:cNvSpPr/>
          <p:nvPr/>
        </p:nvSpPr>
        <p:spPr>
          <a:xfrm>
            <a:off x="6812280" y="7750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0" name="object 1350"/>
          <p:cNvSpPr/>
          <p:nvPr/>
        </p:nvSpPr>
        <p:spPr>
          <a:xfrm>
            <a:off x="6812280" y="7522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1" name="object 1351"/>
          <p:cNvSpPr/>
          <p:nvPr/>
        </p:nvSpPr>
        <p:spPr>
          <a:xfrm>
            <a:off x="6812280" y="7293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2" name="object 1352"/>
          <p:cNvSpPr/>
          <p:nvPr/>
        </p:nvSpPr>
        <p:spPr>
          <a:xfrm>
            <a:off x="6812280" y="7064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3" name="object 1353"/>
          <p:cNvSpPr/>
          <p:nvPr/>
        </p:nvSpPr>
        <p:spPr>
          <a:xfrm>
            <a:off x="6812280" y="6836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4" name="object 1354"/>
          <p:cNvSpPr/>
          <p:nvPr/>
        </p:nvSpPr>
        <p:spPr>
          <a:xfrm>
            <a:off x="6812280" y="6607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5" name="object 1355"/>
          <p:cNvSpPr/>
          <p:nvPr/>
        </p:nvSpPr>
        <p:spPr>
          <a:xfrm>
            <a:off x="6812280" y="6379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6" name="object 1356"/>
          <p:cNvSpPr/>
          <p:nvPr/>
        </p:nvSpPr>
        <p:spPr>
          <a:xfrm>
            <a:off x="6812280" y="6150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7" name="object 1357"/>
          <p:cNvSpPr/>
          <p:nvPr/>
        </p:nvSpPr>
        <p:spPr>
          <a:xfrm>
            <a:off x="6812280" y="5921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8" name="object 1358"/>
          <p:cNvSpPr/>
          <p:nvPr/>
        </p:nvSpPr>
        <p:spPr>
          <a:xfrm>
            <a:off x="6812280" y="5693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59" name="object 1359"/>
          <p:cNvSpPr/>
          <p:nvPr/>
        </p:nvSpPr>
        <p:spPr>
          <a:xfrm>
            <a:off x="6812280" y="5464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0" name="object 1360"/>
          <p:cNvSpPr/>
          <p:nvPr/>
        </p:nvSpPr>
        <p:spPr>
          <a:xfrm>
            <a:off x="6812280" y="5236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1" name="object 1361"/>
          <p:cNvSpPr/>
          <p:nvPr/>
        </p:nvSpPr>
        <p:spPr>
          <a:xfrm>
            <a:off x="6812280" y="5007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2" name="object 1362"/>
          <p:cNvSpPr/>
          <p:nvPr/>
        </p:nvSpPr>
        <p:spPr>
          <a:xfrm>
            <a:off x="6812280" y="4778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3" name="object 1363"/>
          <p:cNvSpPr/>
          <p:nvPr/>
        </p:nvSpPr>
        <p:spPr>
          <a:xfrm>
            <a:off x="6812280" y="4550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4" name="object 1364"/>
          <p:cNvSpPr/>
          <p:nvPr/>
        </p:nvSpPr>
        <p:spPr>
          <a:xfrm>
            <a:off x="6812280" y="4321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5" name="object 1365"/>
          <p:cNvSpPr/>
          <p:nvPr/>
        </p:nvSpPr>
        <p:spPr>
          <a:xfrm>
            <a:off x="6812280" y="4093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6" name="object 1366"/>
          <p:cNvSpPr/>
          <p:nvPr/>
        </p:nvSpPr>
        <p:spPr>
          <a:xfrm>
            <a:off x="6812280" y="3864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7" name="object 1367"/>
          <p:cNvSpPr/>
          <p:nvPr/>
        </p:nvSpPr>
        <p:spPr>
          <a:xfrm>
            <a:off x="6812280" y="3635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8" name="object 1368"/>
          <p:cNvSpPr/>
          <p:nvPr/>
        </p:nvSpPr>
        <p:spPr>
          <a:xfrm>
            <a:off x="6812280" y="3407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69" name="object 1369"/>
          <p:cNvSpPr/>
          <p:nvPr/>
        </p:nvSpPr>
        <p:spPr>
          <a:xfrm>
            <a:off x="6812280" y="3178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8" name="object 1378"/>
          <p:cNvSpPr/>
          <p:nvPr/>
        </p:nvSpPr>
        <p:spPr>
          <a:xfrm>
            <a:off x="6812280" y="1121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79" name="object 1379"/>
          <p:cNvSpPr/>
          <p:nvPr/>
        </p:nvSpPr>
        <p:spPr>
          <a:xfrm>
            <a:off x="6812280" y="892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0" name="object 1380"/>
          <p:cNvSpPr/>
          <p:nvPr/>
        </p:nvSpPr>
        <p:spPr>
          <a:xfrm>
            <a:off x="6812280" y="664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1" name="object 1381"/>
          <p:cNvSpPr/>
          <p:nvPr/>
        </p:nvSpPr>
        <p:spPr>
          <a:xfrm>
            <a:off x="6812280" y="435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2" name="object 1382"/>
          <p:cNvSpPr/>
          <p:nvPr/>
        </p:nvSpPr>
        <p:spPr>
          <a:xfrm>
            <a:off x="6812280" y="206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3" name="object 1383"/>
          <p:cNvSpPr/>
          <p:nvPr/>
        </p:nvSpPr>
        <p:spPr>
          <a:xfrm>
            <a:off x="7040880" y="10493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4" name="object 1384"/>
          <p:cNvSpPr/>
          <p:nvPr/>
        </p:nvSpPr>
        <p:spPr>
          <a:xfrm>
            <a:off x="7040880" y="10265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5" name="object 1385"/>
          <p:cNvSpPr/>
          <p:nvPr/>
        </p:nvSpPr>
        <p:spPr>
          <a:xfrm>
            <a:off x="7040880" y="10036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6" name="object 1386"/>
          <p:cNvSpPr/>
          <p:nvPr/>
        </p:nvSpPr>
        <p:spPr>
          <a:xfrm>
            <a:off x="7040880" y="9808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7" name="object 1387"/>
          <p:cNvSpPr/>
          <p:nvPr/>
        </p:nvSpPr>
        <p:spPr>
          <a:xfrm>
            <a:off x="7040880" y="9579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8" name="object 1388"/>
          <p:cNvSpPr/>
          <p:nvPr/>
        </p:nvSpPr>
        <p:spPr>
          <a:xfrm>
            <a:off x="7040880" y="9350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89" name="object 1389"/>
          <p:cNvSpPr/>
          <p:nvPr/>
        </p:nvSpPr>
        <p:spPr>
          <a:xfrm>
            <a:off x="7040880" y="9122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0" name="object 1390"/>
          <p:cNvSpPr/>
          <p:nvPr/>
        </p:nvSpPr>
        <p:spPr>
          <a:xfrm>
            <a:off x="7040880" y="8893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1" name="object 1391"/>
          <p:cNvSpPr/>
          <p:nvPr/>
        </p:nvSpPr>
        <p:spPr>
          <a:xfrm>
            <a:off x="7040880" y="8665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2" name="object 1392"/>
          <p:cNvSpPr/>
          <p:nvPr/>
        </p:nvSpPr>
        <p:spPr>
          <a:xfrm>
            <a:off x="7040880" y="8436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3" name="object 1393"/>
          <p:cNvSpPr/>
          <p:nvPr/>
        </p:nvSpPr>
        <p:spPr>
          <a:xfrm>
            <a:off x="7040880" y="8207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4" name="object 1394"/>
          <p:cNvSpPr/>
          <p:nvPr/>
        </p:nvSpPr>
        <p:spPr>
          <a:xfrm>
            <a:off x="7040880" y="7979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5" name="object 1395"/>
          <p:cNvSpPr/>
          <p:nvPr/>
        </p:nvSpPr>
        <p:spPr>
          <a:xfrm>
            <a:off x="7040880" y="7750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6" name="object 1396"/>
          <p:cNvSpPr/>
          <p:nvPr/>
        </p:nvSpPr>
        <p:spPr>
          <a:xfrm>
            <a:off x="7040880" y="7522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7" name="object 1397"/>
          <p:cNvSpPr/>
          <p:nvPr/>
        </p:nvSpPr>
        <p:spPr>
          <a:xfrm>
            <a:off x="7040880" y="7293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8" name="object 1398"/>
          <p:cNvSpPr/>
          <p:nvPr/>
        </p:nvSpPr>
        <p:spPr>
          <a:xfrm>
            <a:off x="7040880" y="7064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399" name="object 1399"/>
          <p:cNvSpPr/>
          <p:nvPr/>
        </p:nvSpPr>
        <p:spPr>
          <a:xfrm>
            <a:off x="7040880" y="6836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0" name="object 1400"/>
          <p:cNvSpPr/>
          <p:nvPr/>
        </p:nvSpPr>
        <p:spPr>
          <a:xfrm>
            <a:off x="7040880" y="6607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1" name="object 1401"/>
          <p:cNvSpPr/>
          <p:nvPr/>
        </p:nvSpPr>
        <p:spPr>
          <a:xfrm>
            <a:off x="7040880" y="6379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2" name="object 1402"/>
          <p:cNvSpPr/>
          <p:nvPr/>
        </p:nvSpPr>
        <p:spPr>
          <a:xfrm>
            <a:off x="7040880" y="6150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3" name="object 1403"/>
          <p:cNvSpPr/>
          <p:nvPr/>
        </p:nvSpPr>
        <p:spPr>
          <a:xfrm>
            <a:off x="7040880" y="5921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4" name="object 1404"/>
          <p:cNvSpPr/>
          <p:nvPr/>
        </p:nvSpPr>
        <p:spPr>
          <a:xfrm>
            <a:off x="7040880" y="5693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5" name="object 1405"/>
          <p:cNvSpPr/>
          <p:nvPr/>
        </p:nvSpPr>
        <p:spPr>
          <a:xfrm>
            <a:off x="7040880" y="5464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6" name="object 1406"/>
          <p:cNvSpPr/>
          <p:nvPr/>
        </p:nvSpPr>
        <p:spPr>
          <a:xfrm>
            <a:off x="7040880" y="5236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7" name="object 1407"/>
          <p:cNvSpPr/>
          <p:nvPr/>
        </p:nvSpPr>
        <p:spPr>
          <a:xfrm>
            <a:off x="7040880" y="5007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8" name="object 1408"/>
          <p:cNvSpPr/>
          <p:nvPr/>
        </p:nvSpPr>
        <p:spPr>
          <a:xfrm>
            <a:off x="7040880" y="4778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09" name="object 1409"/>
          <p:cNvSpPr/>
          <p:nvPr/>
        </p:nvSpPr>
        <p:spPr>
          <a:xfrm>
            <a:off x="7040880" y="4550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0" name="object 1410"/>
          <p:cNvSpPr/>
          <p:nvPr/>
        </p:nvSpPr>
        <p:spPr>
          <a:xfrm>
            <a:off x="7040880" y="4321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1" name="object 1411"/>
          <p:cNvSpPr/>
          <p:nvPr/>
        </p:nvSpPr>
        <p:spPr>
          <a:xfrm>
            <a:off x="7040880" y="4093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2" name="object 1412"/>
          <p:cNvSpPr/>
          <p:nvPr/>
        </p:nvSpPr>
        <p:spPr>
          <a:xfrm>
            <a:off x="7040880" y="3864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3" name="object 1413"/>
          <p:cNvSpPr/>
          <p:nvPr/>
        </p:nvSpPr>
        <p:spPr>
          <a:xfrm>
            <a:off x="7040880" y="3635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4" name="object 1414"/>
          <p:cNvSpPr/>
          <p:nvPr/>
        </p:nvSpPr>
        <p:spPr>
          <a:xfrm>
            <a:off x="7040880" y="3407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15" name="object 1415"/>
          <p:cNvSpPr/>
          <p:nvPr/>
        </p:nvSpPr>
        <p:spPr>
          <a:xfrm>
            <a:off x="7040880" y="3178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4" name="object 1424"/>
          <p:cNvSpPr/>
          <p:nvPr/>
        </p:nvSpPr>
        <p:spPr>
          <a:xfrm>
            <a:off x="7040880" y="1121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5" name="object 1425"/>
          <p:cNvSpPr/>
          <p:nvPr/>
        </p:nvSpPr>
        <p:spPr>
          <a:xfrm>
            <a:off x="7040880" y="892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6" name="object 1426"/>
          <p:cNvSpPr/>
          <p:nvPr/>
        </p:nvSpPr>
        <p:spPr>
          <a:xfrm>
            <a:off x="7040880" y="664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7" name="object 1427"/>
          <p:cNvSpPr/>
          <p:nvPr/>
        </p:nvSpPr>
        <p:spPr>
          <a:xfrm>
            <a:off x="7040880" y="435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8" name="object 1428"/>
          <p:cNvSpPr/>
          <p:nvPr/>
        </p:nvSpPr>
        <p:spPr>
          <a:xfrm>
            <a:off x="7040880" y="206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29" name="object 1429"/>
          <p:cNvSpPr/>
          <p:nvPr/>
        </p:nvSpPr>
        <p:spPr>
          <a:xfrm>
            <a:off x="7269480" y="10493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0" name="object 1430"/>
          <p:cNvSpPr/>
          <p:nvPr/>
        </p:nvSpPr>
        <p:spPr>
          <a:xfrm>
            <a:off x="7269480" y="10265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1" name="object 1431"/>
          <p:cNvSpPr/>
          <p:nvPr/>
        </p:nvSpPr>
        <p:spPr>
          <a:xfrm>
            <a:off x="7269480" y="10036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2" name="object 1432"/>
          <p:cNvSpPr/>
          <p:nvPr/>
        </p:nvSpPr>
        <p:spPr>
          <a:xfrm>
            <a:off x="7269480" y="9808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3" name="object 1433"/>
          <p:cNvSpPr/>
          <p:nvPr/>
        </p:nvSpPr>
        <p:spPr>
          <a:xfrm>
            <a:off x="7269480" y="9579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4" name="object 1434"/>
          <p:cNvSpPr/>
          <p:nvPr/>
        </p:nvSpPr>
        <p:spPr>
          <a:xfrm>
            <a:off x="7269480" y="9350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5" name="object 1435"/>
          <p:cNvSpPr/>
          <p:nvPr/>
        </p:nvSpPr>
        <p:spPr>
          <a:xfrm>
            <a:off x="7269480" y="9122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6" name="object 1436"/>
          <p:cNvSpPr/>
          <p:nvPr/>
        </p:nvSpPr>
        <p:spPr>
          <a:xfrm>
            <a:off x="7269480" y="8893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7" name="object 1437"/>
          <p:cNvSpPr/>
          <p:nvPr/>
        </p:nvSpPr>
        <p:spPr>
          <a:xfrm>
            <a:off x="7269480" y="8665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8" name="object 1438"/>
          <p:cNvSpPr/>
          <p:nvPr/>
        </p:nvSpPr>
        <p:spPr>
          <a:xfrm>
            <a:off x="7269480" y="8436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39" name="object 1439"/>
          <p:cNvSpPr/>
          <p:nvPr/>
        </p:nvSpPr>
        <p:spPr>
          <a:xfrm>
            <a:off x="7269480" y="8207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0" name="object 1440"/>
          <p:cNvSpPr/>
          <p:nvPr/>
        </p:nvSpPr>
        <p:spPr>
          <a:xfrm>
            <a:off x="7269480" y="7979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1" name="object 1441"/>
          <p:cNvSpPr/>
          <p:nvPr/>
        </p:nvSpPr>
        <p:spPr>
          <a:xfrm>
            <a:off x="7269480" y="7750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2" name="object 1442"/>
          <p:cNvSpPr/>
          <p:nvPr/>
        </p:nvSpPr>
        <p:spPr>
          <a:xfrm>
            <a:off x="7269480" y="7522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3" name="object 1443"/>
          <p:cNvSpPr/>
          <p:nvPr/>
        </p:nvSpPr>
        <p:spPr>
          <a:xfrm>
            <a:off x="7269480" y="7293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4" name="object 1444"/>
          <p:cNvSpPr/>
          <p:nvPr/>
        </p:nvSpPr>
        <p:spPr>
          <a:xfrm>
            <a:off x="7269480" y="7064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5" name="object 1445"/>
          <p:cNvSpPr/>
          <p:nvPr/>
        </p:nvSpPr>
        <p:spPr>
          <a:xfrm>
            <a:off x="7269480" y="6836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6" name="object 1446"/>
          <p:cNvSpPr/>
          <p:nvPr/>
        </p:nvSpPr>
        <p:spPr>
          <a:xfrm>
            <a:off x="7269480" y="6607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7" name="object 1447"/>
          <p:cNvSpPr/>
          <p:nvPr/>
        </p:nvSpPr>
        <p:spPr>
          <a:xfrm>
            <a:off x="7269480" y="6379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8" name="object 1448"/>
          <p:cNvSpPr/>
          <p:nvPr/>
        </p:nvSpPr>
        <p:spPr>
          <a:xfrm>
            <a:off x="7269480" y="6150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49" name="object 1449"/>
          <p:cNvSpPr/>
          <p:nvPr/>
        </p:nvSpPr>
        <p:spPr>
          <a:xfrm>
            <a:off x="7269480" y="5921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0" name="object 1450"/>
          <p:cNvSpPr/>
          <p:nvPr/>
        </p:nvSpPr>
        <p:spPr>
          <a:xfrm>
            <a:off x="7269480" y="5693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1" name="object 1451"/>
          <p:cNvSpPr/>
          <p:nvPr/>
        </p:nvSpPr>
        <p:spPr>
          <a:xfrm>
            <a:off x="7269480" y="5464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2" name="object 1452"/>
          <p:cNvSpPr/>
          <p:nvPr/>
        </p:nvSpPr>
        <p:spPr>
          <a:xfrm>
            <a:off x="7269480" y="5236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3" name="object 1453"/>
          <p:cNvSpPr/>
          <p:nvPr/>
        </p:nvSpPr>
        <p:spPr>
          <a:xfrm>
            <a:off x="7269480" y="5007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4" name="object 1454"/>
          <p:cNvSpPr/>
          <p:nvPr/>
        </p:nvSpPr>
        <p:spPr>
          <a:xfrm>
            <a:off x="7269480" y="4778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5" name="object 1455"/>
          <p:cNvSpPr/>
          <p:nvPr/>
        </p:nvSpPr>
        <p:spPr>
          <a:xfrm>
            <a:off x="7269480" y="4550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6" name="object 1456"/>
          <p:cNvSpPr/>
          <p:nvPr/>
        </p:nvSpPr>
        <p:spPr>
          <a:xfrm>
            <a:off x="7269480" y="4321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7" name="object 1457"/>
          <p:cNvSpPr/>
          <p:nvPr/>
        </p:nvSpPr>
        <p:spPr>
          <a:xfrm>
            <a:off x="7269480" y="4093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8" name="object 1458"/>
          <p:cNvSpPr/>
          <p:nvPr/>
        </p:nvSpPr>
        <p:spPr>
          <a:xfrm>
            <a:off x="7269480" y="3864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59" name="object 1459"/>
          <p:cNvSpPr/>
          <p:nvPr/>
        </p:nvSpPr>
        <p:spPr>
          <a:xfrm>
            <a:off x="7269480" y="36358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0" name="object 1460"/>
          <p:cNvSpPr/>
          <p:nvPr/>
        </p:nvSpPr>
        <p:spPr>
          <a:xfrm>
            <a:off x="7269480" y="3407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61" name="object 1461"/>
          <p:cNvSpPr/>
          <p:nvPr/>
        </p:nvSpPr>
        <p:spPr>
          <a:xfrm>
            <a:off x="7269480" y="3178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39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0" name="object 1470"/>
          <p:cNvSpPr/>
          <p:nvPr/>
        </p:nvSpPr>
        <p:spPr>
          <a:xfrm>
            <a:off x="7269480" y="11212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1" name="object 1471"/>
          <p:cNvSpPr/>
          <p:nvPr/>
        </p:nvSpPr>
        <p:spPr>
          <a:xfrm>
            <a:off x="7269480" y="8926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2" name="object 1472"/>
          <p:cNvSpPr/>
          <p:nvPr/>
        </p:nvSpPr>
        <p:spPr>
          <a:xfrm>
            <a:off x="7269480" y="6640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473" name="object 1473"/>
          <p:cNvSpPr/>
          <p:nvPr/>
        </p:nvSpPr>
        <p:spPr>
          <a:xfrm>
            <a:off x="7269480" y="435480"/>
            <a:ext cx="15240" cy="15240"/>
          </a:xfrm>
          <a:custGeom>
            <a:avLst/>
            <a:gdLst/>
            <a:ahLst/>
            <a:cxnLst/>
            <a:rect l="l" t="t" r="r" b="b"/>
            <a:pathLst>
              <a:path w="15240" h="15240">
                <a:moveTo>
                  <a:pt x="11828" y="0"/>
                </a:moveTo>
                <a:lnTo>
                  <a:pt x="3411" y="0"/>
                </a:lnTo>
                <a:lnTo>
                  <a:pt x="0" y="3411"/>
                </a:lnTo>
                <a:lnTo>
                  <a:pt x="0" y="11828"/>
                </a:lnTo>
                <a:lnTo>
                  <a:pt x="3411" y="15240"/>
                </a:lnTo>
                <a:lnTo>
                  <a:pt x="11828" y="15240"/>
                </a:lnTo>
                <a:lnTo>
                  <a:pt x="15240" y="11828"/>
                </a:lnTo>
                <a:lnTo>
                  <a:pt x="15240" y="7620"/>
                </a:lnTo>
                <a:lnTo>
                  <a:pt x="15240" y="3411"/>
                </a:lnTo>
                <a:lnTo>
                  <a:pt x="11828" y="0"/>
                </a:lnTo>
                <a:close/>
              </a:path>
            </a:pathLst>
          </a:custGeom>
          <a:solidFill>
            <a:srgbClr val="DDE1E8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1474" name="object 1474"/>
          <p:cNvGrpSpPr/>
          <p:nvPr/>
        </p:nvGrpSpPr>
        <p:grpSpPr>
          <a:xfrm>
            <a:off x="199389" y="148589"/>
            <a:ext cx="7161530" cy="515620"/>
            <a:chOff x="199389" y="148589"/>
            <a:chExt cx="7161530" cy="515620"/>
          </a:xfrm>
        </p:grpSpPr>
        <p:sp>
          <p:nvSpPr>
            <p:cNvPr id="1475" name="object 1475"/>
            <p:cNvSpPr/>
            <p:nvPr/>
          </p:nvSpPr>
          <p:spPr>
            <a:xfrm>
              <a:off x="7269480" y="2068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6" name="object 1476"/>
            <p:cNvSpPr/>
            <p:nvPr/>
          </p:nvSpPr>
          <p:spPr>
            <a:xfrm>
              <a:off x="203199" y="152399"/>
              <a:ext cx="7153909" cy="508000"/>
            </a:xfrm>
            <a:custGeom>
              <a:avLst/>
              <a:gdLst/>
              <a:ahLst/>
              <a:cxnLst/>
              <a:rect l="l" t="t" r="r" b="b"/>
              <a:pathLst>
                <a:path w="7153909" h="508000">
                  <a:moveTo>
                    <a:pt x="7026600" y="0"/>
                  </a:move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6"/>
                  </a:lnTo>
                  <a:lnTo>
                    <a:pt x="0" y="127000"/>
                  </a:lnTo>
                  <a:lnTo>
                    <a:pt x="0" y="381000"/>
                  </a:lnTo>
                  <a:lnTo>
                    <a:pt x="9980" y="430434"/>
                  </a:lnTo>
                  <a:lnTo>
                    <a:pt x="37197" y="470802"/>
                  </a:lnTo>
                  <a:lnTo>
                    <a:pt x="77565" y="498019"/>
                  </a:lnTo>
                  <a:lnTo>
                    <a:pt x="127000" y="508000"/>
                  </a:lnTo>
                  <a:lnTo>
                    <a:pt x="7026600" y="508000"/>
                  </a:lnTo>
                  <a:lnTo>
                    <a:pt x="7076033" y="498019"/>
                  </a:lnTo>
                  <a:lnTo>
                    <a:pt x="7116402" y="470802"/>
                  </a:lnTo>
                  <a:lnTo>
                    <a:pt x="7143619" y="430434"/>
                  </a:lnTo>
                  <a:lnTo>
                    <a:pt x="7153600" y="381000"/>
                  </a:lnTo>
                  <a:lnTo>
                    <a:pt x="7153600" y="127000"/>
                  </a:lnTo>
                  <a:lnTo>
                    <a:pt x="7143619" y="77566"/>
                  </a:lnTo>
                  <a:lnTo>
                    <a:pt x="7116402" y="37197"/>
                  </a:lnTo>
                  <a:lnTo>
                    <a:pt x="7076033" y="9980"/>
                  </a:lnTo>
                  <a:lnTo>
                    <a:pt x="70266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77" name="object 1477"/>
            <p:cNvSpPr/>
            <p:nvPr/>
          </p:nvSpPr>
          <p:spPr>
            <a:xfrm>
              <a:off x="203199" y="152399"/>
              <a:ext cx="7153909" cy="508000"/>
            </a:xfrm>
            <a:custGeom>
              <a:avLst/>
              <a:gdLst/>
              <a:ahLst/>
              <a:cxnLst/>
              <a:rect l="l" t="t" r="r" b="b"/>
              <a:pathLst>
                <a:path w="7153909" h="508000">
                  <a:moveTo>
                    <a:pt x="127000" y="508000"/>
                  </a:moveTo>
                  <a:lnTo>
                    <a:pt x="7026600" y="508000"/>
                  </a:lnTo>
                  <a:lnTo>
                    <a:pt x="7076033" y="498019"/>
                  </a:lnTo>
                  <a:lnTo>
                    <a:pt x="7116402" y="470802"/>
                  </a:lnTo>
                  <a:lnTo>
                    <a:pt x="7143619" y="430434"/>
                  </a:lnTo>
                  <a:lnTo>
                    <a:pt x="7153600" y="381000"/>
                  </a:lnTo>
                  <a:lnTo>
                    <a:pt x="7153600" y="127000"/>
                  </a:lnTo>
                  <a:lnTo>
                    <a:pt x="7143619" y="77566"/>
                  </a:lnTo>
                  <a:lnTo>
                    <a:pt x="7116402" y="37197"/>
                  </a:lnTo>
                  <a:lnTo>
                    <a:pt x="7076033" y="9980"/>
                  </a:lnTo>
                  <a:lnTo>
                    <a:pt x="7026600" y="0"/>
                  </a:lnTo>
                  <a:lnTo>
                    <a:pt x="127000" y="0"/>
                  </a:lnTo>
                  <a:lnTo>
                    <a:pt x="77565" y="9980"/>
                  </a:lnTo>
                  <a:lnTo>
                    <a:pt x="37197" y="37197"/>
                  </a:lnTo>
                  <a:lnTo>
                    <a:pt x="9980" y="77566"/>
                  </a:lnTo>
                  <a:lnTo>
                    <a:pt x="0" y="127000"/>
                  </a:lnTo>
                  <a:lnTo>
                    <a:pt x="0" y="381000"/>
                  </a:lnTo>
                  <a:lnTo>
                    <a:pt x="9980" y="430434"/>
                  </a:lnTo>
                  <a:lnTo>
                    <a:pt x="37197" y="470802"/>
                  </a:lnTo>
                  <a:lnTo>
                    <a:pt x="77565" y="498019"/>
                  </a:lnTo>
                  <a:lnTo>
                    <a:pt x="127000" y="508000"/>
                  </a:lnTo>
                  <a:close/>
                </a:path>
              </a:pathLst>
            </a:custGeom>
            <a:ln w="7620">
              <a:solidFill>
                <a:srgbClr val="E2E4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78" name="object 1478"/>
          <p:cNvSpPr txBox="1"/>
          <p:nvPr/>
        </p:nvSpPr>
        <p:spPr>
          <a:xfrm>
            <a:off x="2170198" y="66357"/>
            <a:ext cx="3220085" cy="525780"/>
          </a:xfrm>
          <a:prstGeom prst="rect">
            <a:avLst/>
          </a:prstGeom>
        </p:spPr>
        <p:txBody>
          <a:bodyPr vert="horz" wrap="square" lIns="0" tIns="123825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975"/>
              </a:spcBef>
            </a:pPr>
            <a:r>
              <a:rPr sz="1300" dirty="0">
                <a:solidFill>
                  <a:srgbClr val="111826"/>
                </a:solidFill>
                <a:latin typeface="Arial Black"/>
                <a:cs typeface="Arial Black"/>
              </a:rPr>
              <a:t>Diagramme</a:t>
            </a:r>
            <a:r>
              <a:rPr sz="1300" spc="-155" dirty="0">
                <a:solidFill>
                  <a:srgbClr val="111826"/>
                </a:solidFill>
                <a:latin typeface="Arial Black"/>
                <a:cs typeface="Arial Black"/>
              </a:rPr>
              <a:t> </a:t>
            </a:r>
            <a:r>
              <a:rPr sz="1300" spc="-35" dirty="0">
                <a:solidFill>
                  <a:srgbClr val="111826"/>
                </a:solidFill>
                <a:latin typeface="Arial Black"/>
                <a:cs typeface="Arial Black"/>
              </a:rPr>
              <a:t>de</a:t>
            </a:r>
            <a:r>
              <a:rPr sz="1300" spc="-150" dirty="0">
                <a:solidFill>
                  <a:srgbClr val="111826"/>
                </a:solidFill>
                <a:latin typeface="Arial Black"/>
                <a:cs typeface="Arial Black"/>
              </a:rPr>
              <a:t> </a:t>
            </a:r>
            <a:r>
              <a:rPr sz="1300" spc="-10" dirty="0">
                <a:solidFill>
                  <a:srgbClr val="111826"/>
                </a:solidFill>
                <a:latin typeface="Arial Black"/>
                <a:cs typeface="Arial Black"/>
              </a:rPr>
              <a:t>Classes</a:t>
            </a:r>
            <a:endParaRPr sz="1300" dirty="0">
              <a:latin typeface="Arial Black"/>
              <a:cs typeface="Arial Black"/>
            </a:endParaRPr>
          </a:p>
          <a:p>
            <a:pPr algn="ctr">
              <a:lnSpc>
                <a:spcPct val="100000"/>
              </a:lnSpc>
              <a:spcBef>
                <a:spcPts val="540"/>
              </a:spcBef>
            </a:pPr>
            <a:r>
              <a:rPr sz="800" spc="10" dirty="0">
                <a:solidFill>
                  <a:srgbClr val="6B7280"/>
                </a:solidFill>
                <a:latin typeface="Lucida Sans Unicode"/>
                <a:cs typeface="Lucida Sans Unicode"/>
              </a:rPr>
              <a:t>Application de Gestion Collaborative de</a:t>
            </a:r>
            <a:r>
              <a:rPr sz="800" spc="15" dirty="0">
                <a:solidFill>
                  <a:srgbClr val="6B7280"/>
                </a:solidFill>
                <a:latin typeface="Lucida Sans Unicode"/>
                <a:cs typeface="Lucida Sans Unicode"/>
              </a:rPr>
              <a:t> </a:t>
            </a:r>
            <a:r>
              <a:rPr sz="800" spc="10" dirty="0">
                <a:solidFill>
                  <a:srgbClr val="6B7280"/>
                </a:solidFill>
                <a:latin typeface="Lucida Sans Unicode"/>
                <a:cs typeface="Lucida Sans Unicode"/>
              </a:rPr>
              <a:t>Budget </a:t>
            </a:r>
            <a:r>
              <a:rPr sz="800" spc="-10" dirty="0">
                <a:solidFill>
                  <a:srgbClr val="6B7280"/>
                </a:solidFill>
                <a:latin typeface="Lucida Sans Unicode"/>
                <a:cs typeface="Lucida Sans Unicode"/>
              </a:rPr>
              <a:t>Personnel</a:t>
            </a:r>
            <a:endParaRPr sz="800" dirty="0">
              <a:latin typeface="Lucida Sans Unicode"/>
              <a:cs typeface="Lucida Sans Unicode"/>
            </a:endParaRPr>
          </a:p>
        </p:txBody>
      </p:sp>
      <p:grpSp>
        <p:nvGrpSpPr>
          <p:cNvPr id="1479" name="object 1479"/>
          <p:cNvGrpSpPr/>
          <p:nvPr/>
        </p:nvGrpSpPr>
        <p:grpSpPr>
          <a:xfrm>
            <a:off x="2700499" y="825499"/>
            <a:ext cx="2144552" cy="2120900"/>
            <a:chOff x="2700499" y="825499"/>
            <a:chExt cx="2184400" cy="2120900"/>
          </a:xfrm>
        </p:grpSpPr>
        <p:sp>
          <p:nvSpPr>
            <p:cNvPr id="1480" name="object 1480"/>
            <p:cNvSpPr/>
            <p:nvPr/>
          </p:nvSpPr>
          <p:spPr>
            <a:xfrm>
              <a:off x="2725899" y="850899"/>
              <a:ext cx="2159000" cy="2095500"/>
            </a:xfrm>
            <a:custGeom>
              <a:avLst/>
              <a:gdLst/>
              <a:ahLst/>
              <a:cxnLst/>
              <a:rect l="l" t="t" r="r" b="b"/>
              <a:pathLst>
                <a:path w="2159000" h="2095500">
                  <a:moveTo>
                    <a:pt x="2057400" y="0"/>
                  </a:moveTo>
                  <a:lnTo>
                    <a:pt x="101600" y="0"/>
                  </a:lnTo>
                  <a:lnTo>
                    <a:pt x="62052" y="7984"/>
                  </a:lnTo>
                  <a:lnTo>
                    <a:pt x="29757" y="29758"/>
                  </a:lnTo>
                  <a:lnTo>
                    <a:pt x="7984" y="62053"/>
                  </a:lnTo>
                  <a:lnTo>
                    <a:pt x="0" y="101600"/>
                  </a:lnTo>
                  <a:lnTo>
                    <a:pt x="0" y="1993900"/>
                  </a:lnTo>
                  <a:lnTo>
                    <a:pt x="7984" y="2033447"/>
                  </a:lnTo>
                  <a:lnTo>
                    <a:pt x="29757" y="2065742"/>
                  </a:lnTo>
                  <a:lnTo>
                    <a:pt x="62052" y="2087515"/>
                  </a:lnTo>
                  <a:lnTo>
                    <a:pt x="101600" y="2095500"/>
                  </a:lnTo>
                  <a:lnTo>
                    <a:pt x="2057400" y="2095500"/>
                  </a:lnTo>
                  <a:lnTo>
                    <a:pt x="2096947" y="2087515"/>
                  </a:lnTo>
                  <a:lnTo>
                    <a:pt x="2129242" y="2065742"/>
                  </a:lnTo>
                  <a:lnTo>
                    <a:pt x="2151015" y="2033447"/>
                  </a:lnTo>
                  <a:lnTo>
                    <a:pt x="2159000" y="1993900"/>
                  </a:lnTo>
                  <a:lnTo>
                    <a:pt x="2159000" y="101600"/>
                  </a:lnTo>
                  <a:lnTo>
                    <a:pt x="2151015" y="62053"/>
                  </a:lnTo>
                  <a:lnTo>
                    <a:pt x="2129242" y="29758"/>
                  </a:lnTo>
                  <a:lnTo>
                    <a:pt x="2096947" y="7984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00000A"/>
            </a:solidFill>
          </p:spPr>
          <p:txBody>
            <a:bodyPr wrap="square" lIns="0" tIns="0" rIns="0" bIns="0" rtlCol="0"/>
            <a:lstStyle/>
            <a:p>
              <a:pPr algn="l" rtl="0"/>
              <a:endParaRPr/>
            </a:p>
          </p:txBody>
        </p:sp>
        <p:sp>
          <p:nvSpPr>
            <p:cNvPr id="1481" name="object 1481"/>
            <p:cNvSpPr/>
            <p:nvPr/>
          </p:nvSpPr>
          <p:spPr>
            <a:xfrm>
              <a:off x="2700499" y="825499"/>
              <a:ext cx="2159000" cy="2095500"/>
            </a:xfrm>
            <a:custGeom>
              <a:avLst/>
              <a:gdLst/>
              <a:ahLst/>
              <a:cxnLst/>
              <a:rect l="l" t="t" r="r" b="b"/>
              <a:pathLst>
                <a:path w="2159000" h="2095500">
                  <a:moveTo>
                    <a:pt x="2057400" y="0"/>
                  </a:moveTo>
                  <a:lnTo>
                    <a:pt x="101600" y="0"/>
                  </a:lnTo>
                  <a:lnTo>
                    <a:pt x="62052" y="7984"/>
                  </a:lnTo>
                  <a:lnTo>
                    <a:pt x="29757" y="29758"/>
                  </a:lnTo>
                  <a:lnTo>
                    <a:pt x="7984" y="62053"/>
                  </a:lnTo>
                  <a:lnTo>
                    <a:pt x="0" y="101600"/>
                  </a:lnTo>
                  <a:lnTo>
                    <a:pt x="0" y="1993900"/>
                  </a:lnTo>
                  <a:lnTo>
                    <a:pt x="7984" y="2033447"/>
                  </a:lnTo>
                  <a:lnTo>
                    <a:pt x="29757" y="2065742"/>
                  </a:lnTo>
                  <a:lnTo>
                    <a:pt x="62052" y="2087515"/>
                  </a:lnTo>
                  <a:lnTo>
                    <a:pt x="101600" y="2095500"/>
                  </a:lnTo>
                  <a:lnTo>
                    <a:pt x="2057400" y="2095500"/>
                  </a:lnTo>
                  <a:lnTo>
                    <a:pt x="2096947" y="2087515"/>
                  </a:lnTo>
                  <a:lnTo>
                    <a:pt x="2129242" y="2065742"/>
                  </a:lnTo>
                  <a:lnTo>
                    <a:pt x="2151015" y="2033447"/>
                  </a:lnTo>
                  <a:lnTo>
                    <a:pt x="2159000" y="1993900"/>
                  </a:lnTo>
                  <a:lnTo>
                    <a:pt x="2159000" y="101600"/>
                  </a:lnTo>
                  <a:lnTo>
                    <a:pt x="2151015" y="62053"/>
                  </a:lnTo>
                  <a:lnTo>
                    <a:pt x="2129242" y="29758"/>
                  </a:lnTo>
                  <a:lnTo>
                    <a:pt x="2096947" y="7984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pPr algn="l" rtl="0"/>
              <a:endParaRPr/>
            </a:p>
          </p:txBody>
        </p:sp>
        <p:sp>
          <p:nvSpPr>
            <p:cNvPr id="1482" name="object 1482"/>
            <p:cNvSpPr/>
            <p:nvPr/>
          </p:nvSpPr>
          <p:spPr>
            <a:xfrm>
              <a:off x="2700499" y="825499"/>
              <a:ext cx="2159000" cy="2095500"/>
            </a:xfrm>
            <a:custGeom>
              <a:avLst/>
              <a:gdLst/>
              <a:ahLst/>
              <a:cxnLst/>
              <a:rect l="l" t="t" r="r" b="b"/>
              <a:pathLst>
                <a:path w="2159000" h="2095500">
                  <a:moveTo>
                    <a:pt x="101600" y="2095500"/>
                  </a:moveTo>
                  <a:lnTo>
                    <a:pt x="2057400" y="2095500"/>
                  </a:lnTo>
                  <a:lnTo>
                    <a:pt x="2096947" y="2087515"/>
                  </a:lnTo>
                  <a:lnTo>
                    <a:pt x="2129242" y="2065742"/>
                  </a:lnTo>
                  <a:lnTo>
                    <a:pt x="2151015" y="2033447"/>
                  </a:lnTo>
                  <a:lnTo>
                    <a:pt x="2159000" y="1993900"/>
                  </a:lnTo>
                  <a:lnTo>
                    <a:pt x="2159000" y="101600"/>
                  </a:lnTo>
                  <a:lnTo>
                    <a:pt x="2151015" y="62053"/>
                  </a:lnTo>
                  <a:lnTo>
                    <a:pt x="2129242" y="29758"/>
                  </a:lnTo>
                  <a:lnTo>
                    <a:pt x="2096947" y="7984"/>
                  </a:lnTo>
                  <a:lnTo>
                    <a:pt x="2057400" y="0"/>
                  </a:lnTo>
                  <a:lnTo>
                    <a:pt x="101600" y="0"/>
                  </a:lnTo>
                  <a:lnTo>
                    <a:pt x="62052" y="7984"/>
                  </a:lnTo>
                  <a:lnTo>
                    <a:pt x="29757" y="29758"/>
                  </a:lnTo>
                  <a:lnTo>
                    <a:pt x="7984" y="62053"/>
                  </a:lnTo>
                  <a:lnTo>
                    <a:pt x="0" y="101600"/>
                  </a:lnTo>
                  <a:lnTo>
                    <a:pt x="0" y="1993900"/>
                  </a:lnTo>
                  <a:lnTo>
                    <a:pt x="7984" y="2033447"/>
                  </a:lnTo>
                  <a:lnTo>
                    <a:pt x="29757" y="2065742"/>
                  </a:lnTo>
                  <a:lnTo>
                    <a:pt x="62052" y="2087515"/>
                  </a:lnTo>
                  <a:lnTo>
                    <a:pt x="101600" y="2095500"/>
                  </a:lnTo>
                  <a:close/>
                </a:path>
              </a:pathLst>
            </a:custGeom>
            <a:ln w="10160">
              <a:solidFill>
                <a:srgbClr val="E2E4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3" name="object 1483"/>
            <p:cNvSpPr/>
            <p:nvPr/>
          </p:nvSpPr>
          <p:spPr>
            <a:xfrm>
              <a:off x="2700499" y="825499"/>
              <a:ext cx="2159000" cy="355600"/>
            </a:xfrm>
            <a:custGeom>
              <a:avLst/>
              <a:gdLst/>
              <a:ahLst/>
              <a:cxnLst/>
              <a:rect l="l" t="t" r="r" b="b"/>
              <a:pathLst>
                <a:path w="2159000" h="355600">
                  <a:moveTo>
                    <a:pt x="2057400" y="0"/>
                  </a:moveTo>
                  <a:lnTo>
                    <a:pt x="101600" y="0"/>
                  </a:lnTo>
                  <a:lnTo>
                    <a:pt x="62052" y="7984"/>
                  </a:lnTo>
                  <a:lnTo>
                    <a:pt x="29757" y="29758"/>
                  </a:lnTo>
                  <a:lnTo>
                    <a:pt x="7984" y="62053"/>
                  </a:lnTo>
                  <a:lnTo>
                    <a:pt x="0" y="101600"/>
                  </a:lnTo>
                  <a:lnTo>
                    <a:pt x="0" y="254000"/>
                  </a:lnTo>
                  <a:lnTo>
                    <a:pt x="7984" y="293547"/>
                  </a:lnTo>
                  <a:lnTo>
                    <a:pt x="29757" y="325842"/>
                  </a:lnTo>
                  <a:lnTo>
                    <a:pt x="62052" y="347615"/>
                  </a:lnTo>
                  <a:lnTo>
                    <a:pt x="101600" y="355600"/>
                  </a:lnTo>
                  <a:lnTo>
                    <a:pt x="2057400" y="355600"/>
                  </a:lnTo>
                  <a:lnTo>
                    <a:pt x="2096947" y="347615"/>
                  </a:lnTo>
                  <a:lnTo>
                    <a:pt x="2129242" y="325842"/>
                  </a:lnTo>
                  <a:lnTo>
                    <a:pt x="2151015" y="293547"/>
                  </a:lnTo>
                  <a:lnTo>
                    <a:pt x="2159000" y="254000"/>
                  </a:lnTo>
                  <a:lnTo>
                    <a:pt x="2159000" y="101600"/>
                  </a:lnTo>
                  <a:lnTo>
                    <a:pt x="2151015" y="62053"/>
                  </a:lnTo>
                  <a:lnTo>
                    <a:pt x="2129242" y="29758"/>
                  </a:lnTo>
                  <a:lnTo>
                    <a:pt x="2096947" y="7984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EFF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4" name="object 1484"/>
            <p:cNvSpPr/>
            <p:nvPr/>
          </p:nvSpPr>
          <p:spPr>
            <a:xfrm>
              <a:off x="2700499" y="1003299"/>
              <a:ext cx="2159000" cy="177800"/>
            </a:xfrm>
            <a:custGeom>
              <a:avLst/>
              <a:gdLst/>
              <a:ahLst/>
              <a:cxnLst/>
              <a:rect l="l" t="t" r="r" b="b"/>
              <a:pathLst>
                <a:path w="2159000" h="177800">
                  <a:moveTo>
                    <a:pt x="2158999" y="0"/>
                  </a:moveTo>
                  <a:lnTo>
                    <a:pt x="0" y="0"/>
                  </a:lnTo>
                  <a:lnTo>
                    <a:pt x="0" y="177800"/>
                  </a:lnTo>
                  <a:lnTo>
                    <a:pt x="2158999" y="177800"/>
                  </a:lnTo>
                  <a:lnTo>
                    <a:pt x="2158999" y="0"/>
                  </a:lnTo>
                  <a:close/>
                </a:path>
              </a:pathLst>
            </a:custGeom>
            <a:solidFill>
              <a:srgbClr val="EFF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5" name="object 1485"/>
            <p:cNvSpPr/>
            <p:nvPr/>
          </p:nvSpPr>
          <p:spPr>
            <a:xfrm>
              <a:off x="2700499" y="825499"/>
              <a:ext cx="2159000" cy="355600"/>
            </a:xfrm>
            <a:custGeom>
              <a:avLst/>
              <a:gdLst/>
              <a:ahLst/>
              <a:cxnLst/>
              <a:rect l="l" t="t" r="r" b="b"/>
              <a:pathLst>
                <a:path w="2159000" h="355600">
                  <a:moveTo>
                    <a:pt x="2057400" y="0"/>
                  </a:moveTo>
                  <a:lnTo>
                    <a:pt x="101600" y="0"/>
                  </a:lnTo>
                  <a:lnTo>
                    <a:pt x="62052" y="7984"/>
                  </a:lnTo>
                  <a:lnTo>
                    <a:pt x="29757" y="29758"/>
                  </a:lnTo>
                  <a:lnTo>
                    <a:pt x="7984" y="62053"/>
                  </a:lnTo>
                  <a:lnTo>
                    <a:pt x="0" y="101600"/>
                  </a:lnTo>
                  <a:lnTo>
                    <a:pt x="0" y="254000"/>
                  </a:lnTo>
                  <a:lnTo>
                    <a:pt x="7984" y="293547"/>
                  </a:lnTo>
                  <a:lnTo>
                    <a:pt x="29757" y="325842"/>
                  </a:lnTo>
                  <a:lnTo>
                    <a:pt x="62052" y="347615"/>
                  </a:lnTo>
                  <a:lnTo>
                    <a:pt x="101600" y="355600"/>
                  </a:lnTo>
                  <a:lnTo>
                    <a:pt x="2057400" y="355600"/>
                  </a:lnTo>
                  <a:lnTo>
                    <a:pt x="2096947" y="347615"/>
                  </a:lnTo>
                  <a:lnTo>
                    <a:pt x="2129242" y="325842"/>
                  </a:lnTo>
                  <a:lnTo>
                    <a:pt x="2151015" y="293547"/>
                  </a:lnTo>
                  <a:lnTo>
                    <a:pt x="2159000" y="254000"/>
                  </a:lnTo>
                  <a:lnTo>
                    <a:pt x="2159000" y="101600"/>
                  </a:lnTo>
                  <a:lnTo>
                    <a:pt x="2151015" y="62053"/>
                  </a:lnTo>
                  <a:lnTo>
                    <a:pt x="2129242" y="29758"/>
                  </a:lnTo>
                  <a:lnTo>
                    <a:pt x="2096947" y="7984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EFF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86" name="object 1486"/>
            <p:cNvSpPr/>
            <p:nvPr/>
          </p:nvSpPr>
          <p:spPr>
            <a:xfrm>
              <a:off x="2700499" y="1181099"/>
              <a:ext cx="2159000" cy="0"/>
            </a:xfrm>
            <a:custGeom>
              <a:avLst/>
              <a:gdLst/>
              <a:ahLst/>
              <a:cxnLst/>
              <a:rect l="l" t="t" r="r" b="b"/>
              <a:pathLst>
                <a:path w="2159000">
                  <a:moveTo>
                    <a:pt x="0" y="0"/>
                  </a:moveTo>
                  <a:lnTo>
                    <a:pt x="2159000" y="0"/>
                  </a:lnTo>
                </a:path>
              </a:pathLst>
            </a:custGeom>
            <a:ln w="7620">
              <a:solidFill>
                <a:srgbClr val="BFDBFD"/>
              </a:solidFill>
            </a:ln>
          </p:spPr>
          <p:txBody>
            <a:bodyPr wrap="square" lIns="0" tIns="0" rIns="0" bIns="0" rtlCol="0"/>
            <a:lstStyle/>
            <a:p>
              <a:pPr algn="l" rtl="0"/>
              <a:endParaRPr/>
            </a:p>
          </p:txBody>
        </p:sp>
      </p:grpSp>
      <p:sp>
        <p:nvSpPr>
          <p:cNvPr id="1487" name="object 1487"/>
          <p:cNvSpPr txBox="1"/>
          <p:nvPr/>
        </p:nvSpPr>
        <p:spPr>
          <a:xfrm>
            <a:off x="3461147" y="914400"/>
            <a:ext cx="63817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35" dirty="0">
                <a:solidFill>
                  <a:srgbClr val="2462EB"/>
                </a:solidFill>
                <a:latin typeface="Arial Black"/>
                <a:cs typeface="Arial Black"/>
              </a:rPr>
              <a:t>Utilisateur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1488" name="object 1488"/>
          <p:cNvSpPr txBox="1"/>
          <p:nvPr/>
        </p:nvSpPr>
        <p:spPr>
          <a:xfrm>
            <a:off x="2789400" y="1314450"/>
            <a:ext cx="103505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40" dirty="0">
                <a:solidFill>
                  <a:srgbClr val="111826"/>
                </a:solidFill>
                <a:latin typeface="Lucida Sans Unicode"/>
                <a:cs typeface="Lucida Sans Unicode"/>
              </a:rPr>
              <a:t>+id</a:t>
            </a:r>
            <a:r>
              <a:rPr sz="750" spc="-25" dirty="0">
                <a:solidFill>
                  <a:srgbClr val="111826"/>
                </a:solidFill>
                <a:latin typeface="Lucida Sans Unicode"/>
                <a:cs typeface="Lucida Sans Unicode"/>
              </a:rPr>
              <a:t> </a:t>
            </a:r>
            <a:r>
              <a:rPr sz="750" spc="-85" dirty="0">
                <a:solidFill>
                  <a:srgbClr val="111826"/>
                </a:solidFill>
                <a:latin typeface="Lucida Sans Unicode"/>
                <a:cs typeface="Lucida Sans Unicode"/>
              </a:rPr>
              <a:t>:</a:t>
            </a:r>
            <a:r>
              <a:rPr sz="750" spc="-20" dirty="0">
                <a:solidFill>
                  <a:srgbClr val="111826"/>
                </a:solidFill>
                <a:latin typeface="Lucida Sans Unicode"/>
                <a:cs typeface="Lucida Sans Unicode"/>
              </a:rPr>
              <a:t> </a:t>
            </a:r>
            <a:r>
              <a:rPr sz="750" spc="-10" dirty="0">
                <a:solidFill>
                  <a:srgbClr val="111826"/>
                </a:solidFill>
                <a:latin typeface="Lucida Sans Unicode"/>
                <a:cs typeface="Lucida Sans Unicode"/>
              </a:rPr>
              <a:t>Integer</a:t>
            </a:r>
            <a:endParaRPr sz="7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750" dirty="0">
                <a:solidFill>
                  <a:srgbClr val="111826"/>
                </a:solidFill>
                <a:latin typeface="Lucida Sans Unicode"/>
                <a:cs typeface="Lucida Sans Unicode"/>
              </a:rPr>
              <a:t>+nom</a:t>
            </a:r>
            <a:r>
              <a:rPr sz="750" spc="-40" dirty="0">
                <a:solidFill>
                  <a:srgbClr val="111826"/>
                </a:solidFill>
                <a:latin typeface="Lucida Sans Unicode"/>
                <a:cs typeface="Lucida Sans Unicode"/>
              </a:rPr>
              <a:t> </a:t>
            </a:r>
            <a:r>
              <a:rPr sz="750" spc="-85" dirty="0">
                <a:solidFill>
                  <a:srgbClr val="111826"/>
                </a:solidFill>
                <a:latin typeface="Lucida Sans Unicode"/>
                <a:cs typeface="Lucida Sans Unicode"/>
              </a:rPr>
              <a:t>:</a:t>
            </a:r>
            <a:r>
              <a:rPr sz="750" spc="-35" dirty="0">
                <a:solidFill>
                  <a:srgbClr val="111826"/>
                </a:solidFill>
                <a:latin typeface="Lucida Sans Unicode"/>
                <a:cs typeface="Lucida Sans Unicode"/>
              </a:rPr>
              <a:t> </a:t>
            </a:r>
            <a:r>
              <a:rPr sz="750" spc="-10" dirty="0">
                <a:solidFill>
                  <a:srgbClr val="111826"/>
                </a:solidFill>
                <a:latin typeface="Lucida Sans Unicode"/>
                <a:cs typeface="Lucida Sans Unicode"/>
              </a:rPr>
              <a:t>String</a:t>
            </a:r>
            <a:endParaRPr sz="7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750" dirty="0">
                <a:solidFill>
                  <a:srgbClr val="111826"/>
                </a:solidFill>
                <a:latin typeface="Lucida Sans Unicode"/>
                <a:cs typeface="Lucida Sans Unicode"/>
              </a:rPr>
              <a:t>+email</a:t>
            </a:r>
            <a:r>
              <a:rPr sz="750" spc="-15" dirty="0">
                <a:solidFill>
                  <a:srgbClr val="111826"/>
                </a:solidFill>
                <a:latin typeface="Lucida Sans Unicode"/>
                <a:cs typeface="Lucida Sans Unicode"/>
              </a:rPr>
              <a:t> </a:t>
            </a:r>
            <a:r>
              <a:rPr sz="750" spc="-85" dirty="0">
                <a:solidFill>
                  <a:srgbClr val="111826"/>
                </a:solidFill>
                <a:latin typeface="Lucida Sans Unicode"/>
                <a:cs typeface="Lucida Sans Unicode"/>
              </a:rPr>
              <a:t>:</a:t>
            </a:r>
            <a:r>
              <a:rPr sz="750" spc="-10" dirty="0">
                <a:solidFill>
                  <a:srgbClr val="111826"/>
                </a:solidFill>
                <a:latin typeface="Lucida Sans Unicode"/>
                <a:cs typeface="Lucida Sans Unicode"/>
              </a:rPr>
              <a:t> String</a:t>
            </a:r>
            <a:endParaRPr sz="7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750" dirty="0">
                <a:solidFill>
                  <a:srgbClr val="111826"/>
                </a:solidFill>
                <a:latin typeface="Lucida Sans Unicode"/>
                <a:cs typeface="Lucida Sans Unicode"/>
              </a:rPr>
              <a:t>+motDePasse</a:t>
            </a:r>
            <a:r>
              <a:rPr sz="750" spc="35" dirty="0">
                <a:solidFill>
                  <a:srgbClr val="111826"/>
                </a:solidFill>
                <a:latin typeface="Lucida Sans Unicode"/>
                <a:cs typeface="Lucida Sans Unicode"/>
              </a:rPr>
              <a:t> </a:t>
            </a:r>
            <a:r>
              <a:rPr sz="750" spc="-85" dirty="0">
                <a:solidFill>
                  <a:srgbClr val="111826"/>
                </a:solidFill>
                <a:latin typeface="Lucida Sans Unicode"/>
                <a:cs typeface="Lucida Sans Unicode"/>
              </a:rPr>
              <a:t>:</a:t>
            </a:r>
            <a:r>
              <a:rPr sz="750" spc="40" dirty="0">
                <a:solidFill>
                  <a:srgbClr val="111826"/>
                </a:solidFill>
                <a:latin typeface="Lucida Sans Unicode"/>
                <a:cs typeface="Lucida Sans Unicode"/>
              </a:rPr>
              <a:t> </a:t>
            </a:r>
            <a:r>
              <a:rPr sz="750" spc="-10" dirty="0">
                <a:solidFill>
                  <a:srgbClr val="111826"/>
                </a:solidFill>
                <a:latin typeface="Lucida Sans Unicode"/>
                <a:cs typeface="Lucida Sans Unicode"/>
              </a:rPr>
              <a:t>String</a:t>
            </a:r>
            <a:endParaRPr sz="750">
              <a:latin typeface="Lucida Sans Unicode"/>
              <a:cs typeface="Lucida Sans Unicode"/>
            </a:endParaRPr>
          </a:p>
        </p:txBody>
      </p:sp>
      <p:sp>
        <p:nvSpPr>
          <p:cNvPr id="1489" name="object 1489"/>
          <p:cNvSpPr txBox="1"/>
          <p:nvPr/>
        </p:nvSpPr>
        <p:spPr>
          <a:xfrm>
            <a:off x="2789400" y="2076450"/>
            <a:ext cx="61595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20" dirty="0">
                <a:solidFill>
                  <a:srgbClr val="111826"/>
                </a:solidFill>
                <a:latin typeface="Lucida Sans Unicode"/>
                <a:cs typeface="Lucida Sans Unicode"/>
              </a:rPr>
              <a:t>+role</a:t>
            </a:r>
            <a:r>
              <a:rPr sz="750" spc="-30" dirty="0">
                <a:solidFill>
                  <a:srgbClr val="111826"/>
                </a:solidFill>
                <a:latin typeface="Lucida Sans Unicode"/>
                <a:cs typeface="Lucida Sans Unicode"/>
              </a:rPr>
              <a:t> </a:t>
            </a:r>
            <a:r>
              <a:rPr sz="750" spc="-85" dirty="0">
                <a:solidFill>
                  <a:srgbClr val="111826"/>
                </a:solidFill>
                <a:latin typeface="Lucida Sans Unicode"/>
                <a:cs typeface="Lucida Sans Unicode"/>
              </a:rPr>
              <a:t>:</a:t>
            </a:r>
            <a:r>
              <a:rPr sz="750" spc="-25" dirty="0">
                <a:solidFill>
                  <a:srgbClr val="111826"/>
                </a:solidFill>
                <a:latin typeface="Lucida Sans Unicode"/>
                <a:cs typeface="Lucida Sans Unicode"/>
              </a:rPr>
              <a:t> </a:t>
            </a:r>
            <a:r>
              <a:rPr sz="750" spc="-10" dirty="0">
                <a:solidFill>
                  <a:srgbClr val="111826"/>
                </a:solidFill>
                <a:latin typeface="Lucida Sans Unicode"/>
                <a:cs typeface="Lucida Sans Unicode"/>
              </a:rPr>
              <a:t>String</a:t>
            </a:r>
            <a:endParaRPr sz="750">
              <a:latin typeface="Lucida Sans Unicode"/>
              <a:cs typeface="Lucida Sans Unicode"/>
            </a:endParaRPr>
          </a:p>
        </p:txBody>
      </p:sp>
      <p:sp>
        <p:nvSpPr>
          <p:cNvPr id="1490" name="object 1490"/>
          <p:cNvSpPr txBox="1"/>
          <p:nvPr/>
        </p:nvSpPr>
        <p:spPr>
          <a:xfrm>
            <a:off x="2789400" y="2470150"/>
            <a:ext cx="796925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2462EB"/>
                </a:solidFill>
                <a:latin typeface="Lucida Sans Unicode"/>
                <a:cs typeface="Lucida Sans Unicode"/>
              </a:rPr>
              <a:t>+sAuthentifier()</a:t>
            </a:r>
            <a:endParaRPr sz="7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750" spc="-10" dirty="0">
                <a:solidFill>
                  <a:srgbClr val="2462EB"/>
                </a:solidFill>
                <a:latin typeface="Lucida Sans Unicode"/>
                <a:cs typeface="Lucida Sans Unicode"/>
              </a:rPr>
              <a:t>+gererProfil()</a:t>
            </a:r>
            <a:endParaRPr sz="750">
              <a:latin typeface="Lucida Sans Unicode"/>
              <a:cs typeface="Lucida Sans Unicode"/>
            </a:endParaRPr>
          </a:p>
        </p:txBody>
      </p:sp>
      <p:grpSp>
        <p:nvGrpSpPr>
          <p:cNvPr id="1491" name="object 1491"/>
          <p:cNvGrpSpPr/>
          <p:nvPr/>
        </p:nvGrpSpPr>
        <p:grpSpPr>
          <a:xfrm>
            <a:off x="248920" y="1709419"/>
            <a:ext cx="1744980" cy="1363980"/>
            <a:chOff x="248920" y="1709419"/>
            <a:chExt cx="1744980" cy="1363980"/>
          </a:xfrm>
        </p:grpSpPr>
        <p:sp>
          <p:nvSpPr>
            <p:cNvPr id="1492" name="object 1492"/>
            <p:cNvSpPr/>
            <p:nvPr/>
          </p:nvSpPr>
          <p:spPr>
            <a:xfrm>
              <a:off x="279400" y="1739899"/>
              <a:ext cx="1714500" cy="1333500"/>
            </a:xfrm>
            <a:custGeom>
              <a:avLst/>
              <a:gdLst/>
              <a:ahLst/>
              <a:cxnLst/>
              <a:rect l="l" t="t" r="r" b="b"/>
              <a:pathLst>
                <a:path w="1714500" h="1333500">
                  <a:moveTo>
                    <a:pt x="1612900" y="0"/>
                  </a:moveTo>
                  <a:lnTo>
                    <a:pt x="101600" y="0"/>
                  </a:lnTo>
                  <a:lnTo>
                    <a:pt x="62052" y="7984"/>
                  </a:lnTo>
                  <a:lnTo>
                    <a:pt x="29757" y="29758"/>
                  </a:lnTo>
                  <a:lnTo>
                    <a:pt x="7984" y="62053"/>
                  </a:lnTo>
                  <a:lnTo>
                    <a:pt x="0" y="101600"/>
                  </a:lnTo>
                  <a:lnTo>
                    <a:pt x="0" y="1231900"/>
                  </a:lnTo>
                  <a:lnTo>
                    <a:pt x="7984" y="1271447"/>
                  </a:lnTo>
                  <a:lnTo>
                    <a:pt x="29757" y="1303742"/>
                  </a:lnTo>
                  <a:lnTo>
                    <a:pt x="62052" y="1325515"/>
                  </a:lnTo>
                  <a:lnTo>
                    <a:pt x="101600" y="1333500"/>
                  </a:lnTo>
                  <a:lnTo>
                    <a:pt x="1612900" y="1333500"/>
                  </a:lnTo>
                  <a:lnTo>
                    <a:pt x="1652447" y="1325515"/>
                  </a:lnTo>
                  <a:lnTo>
                    <a:pt x="1684742" y="1303742"/>
                  </a:lnTo>
                  <a:lnTo>
                    <a:pt x="1706515" y="1271447"/>
                  </a:lnTo>
                  <a:lnTo>
                    <a:pt x="1714500" y="1231900"/>
                  </a:lnTo>
                  <a:lnTo>
                    <a:pt x="1714500" y="101600"/>
                  </a:lnTo>
                  <a:lnTo>
                    <a:pt x="1706515" y="62053"/>
                  </a:lnTo>
                  <a:lnTo>
                    <a:pt x="1684742" y="29758"/>
                  </a:lnTo>
                  <a:lnTo>
                    <a:pt x="1652447" y="7984"/>
                  </a:lnTo>
                  <a:lnTo>
                    <a:pt x="1612900" y="0"/>
                  </a:lnTo>
                  <a:close/>
                </a:path>
              </a:pathLst>
            </a:custGeom>
            <a:solidFill>
              <a:srgbClr val="0000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3" name="object 1493"/>
            <p:cNvSpPr/>
            <p:nvPr/>
          </p:nvSpPr>
          <p:spPr>
            <a:xfrm>
              <a:off x="254000" y="1714499"/>
              <a:ext cx="1714500" cy="1333500"/>
            </a:xfrm>
            <a:custGeom>
              <a:avLst/>
              <a:gdLst/>
              <a:ahLst/>
              <a:cxnLst/>
              <a:rect l="l" t="t" r="r" b="b"/>
              <a:pathLst>
                <a:path w="1714500" h="1333500">
                  <a:moveTo>
                    <a:pt x="1612900" y="0"/>
                  </a:moveTo>
                  <a:lnTo>
                    <a:pt x="101600" y="0"/>
                  </a:lnTo>
                  <a:lnTo>
                    <a:pt x="62052" y="7984"/>
                  </a:lnTo>
                  <a:lnTo>
                    <a:pt x="29757" y="29758"/>
                  </a:lnTo>
                  <a:lnTo>
                    <a:pt x="7984" y="62053"/>
                  </a:lnTo>
                  <a:lnTo>
                    <a:pt x="0" y="101600"/>
                  </a:lnTo>
                  <a:lnTo>
                    <a:pt x="0" y="1231900"/>
                  </a:lnTo>
                  <a:lnTo>
                    <a:pt x="7984" y="1271447"/>
                  </a:lnTo>
                  <a:lnTo>
                    <a:pt x="29757" y="1303742"/>
                  </a:lnTo>
                  <a:lnTo>
                    <a:pt x="62052" y="1325515"/>
                  </a:lnTo>
                  <a:lnTo>
                    <a:pt x="101600" y="1333500"/>
                  </a:lnTo>
                  <a:lnTo>
                    <a:pt x="1612900" y="1333500"/>
                  </a:lnTo>
                  <a:lnTo>
                    <a:pt x="1652447" y="1325515"/>
                  </a:lnTo>
                  <a:lnTo>
                    <a:pt x="1684742" y="1303742"/>
                  </a:lnTo>
                  <a:lnTo>
                    <a:pt x="1706515" y="1271447"/>
                  </a:lnTo>
                  <a:lnTo>
                    <a:pt x="1714500" y="1231900"/>
                  </a:lnTo>
                  <a:lnTo>
                    <a:pt x="1714500" y="101600"/>
                  </a:lnTo>
                  <a:lnTo>
                    <a:pt x="1706515" y="62053"/>
                  </a:lnTo>
                  <a:lnTo>
                    <a:pt x="1684742" y="29758"/>
                  </a:lnTo>
                  <a:lnTo>
                    <a:pt x="1652447" y="7984"/>
                  </a:lnTo>
                  <a:lnTo>
                    <a:pt x="16129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4" name="object 1494"/>
            <p:cNvSpPr/>
            <p:nvPr/>
          </p:nvSpPr>
          <p:spPr>
            <a:xfrm>
              <a:off x="254000" y="1714499"/>
              <a:ext cx="1714500" cy="1333500"/>
            </a:xfrm>
            <a:custGeom>
              <a:avLst/>
              <a:gdLst/>
              <a:ahLst/>
              <a:cxnLst/>
              <a:rect l="l" t="t" r="r" b="b"/>
              <a:pathLst>
                <a:path w="1714500" h="1333500">
                  <a:moveTo>
                    <a:pt x="101600" y="1333500"/>
                  </a:moveTo>
                  <a:lnTo>
                    <a:pt x="1612900" y="1333500"/>
                  </a:lnTo>
                  <a:lnTo>
                    <a:pt x="1652447" y="1325515"/>
                  </a:lnTo>
                  <a:lnTo>
                    <a:pt x="1684742" y="1303742"/>
                  </a:lnTo>
                  <a:lnTo>
                    <a:pt x="1706515" y="1271447"/>
                  </a:lnTo>
                  <a:lnTo>
                    <a:pt x="1714500" y="1231900"/>
                  </a:lnTo>
                  <a:lnTo>
                    <a:pt x="1714500" y="101600"/>
                  </a:lnTo>
                  <a:lnTo>
                    <a:pt x="1706515" y="62053"/>
                  </a:lnTo>
                  <a:lnTo>
                    <a:pt x="1684742" y="29758"/>
                  </a:lnTo>
                  <a:lnTo>
                    <a:pt x="1652447" y="7984"/>
                  </a:lnTo>
                  <a:lnTo>
                    <a:pt x="1612900" y="0"/>
                  </a:lnTo>
                  <a:lnTo>
                    <a:pt x="101600" y="0"/>
                  </a:lnTo>
                  <a:lnTo>
                    <a:pt x="62052" y="7984"/>
                  </a:lnTo>
                  <a:lnTo>
                    <a:pt x="29757" y="29758"/>
                  </a:lnTo>
                  <a:lnTo>
                    <a:pt x="7984" y="62053"/>
                  </a:lnTo>
                  <a:lnTo>
                    <a:pt x="0" y="101600"/>
                  </a:lnTo>
                  <a:lnTo>
                    <a:pt x="0" y="1231900"/>
                  </a:lnTo>
                  <a:lnTo>
                    <a:pt x="7984" y="1271447"/>
                  </a:lnTo>
                  <a:lnTo>
                    <a:pt x="29757" y="1303742"/>
                  </a:lnTo>
                  <a:lnTo>
                    <a:pt x="62052" y="1325515"/>
                  </a:lnTo>
                  <a:lnTo>
                    <a:pt x="101600" y="1333500"/>
                  </a:lnTo>
                  <a:close/>
                </a:path>
              </a:pathLst>
            </a:custGeom>
            <a:ln w="10160">
              <a:solidFill>
                <a:srgbClr val="E2E4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5" name="object 1495"/>
            <p:cNvSpPr/>
            <p:nvPr/>
          </p:nvSpPr>
          <p:spPr>
            <a:xfrm>
              <a:off x="254000" y="1714499"/>
              <a:ext cx="1714500" cy="355600"/>
            </a:xfrm>
            <a:custGeom>
              <a:avLst/>
              <a:gdLst/>
              <a:ahLst/>
              <a:cxnLst/>
              <a:rect l="l" t="t" r="r" b="b"/>
              <a:pathLst>
                <a:path w="1714500" h="355600">
                  <a:moveTo>
                    <a:pt x="1612900" y="0"/>
                  </a:moveTo>
                  <a:lnTo>
                    <a:pt x="101600" y="0"/>
                  </a:lnTo>
                  <a:lnTo>
                    <a:pt x="62052" y="7984"/>
                  </a:lnTo>
                  <a:lnTo>
                    <a:pt x="29757" y="29758"/>
                  </a:lnTo>
                  <a:lnTo>
                    <a:pt x="7984" y="62053"/>
                  </a:lnTo>
                  <a:lnTo>
                    <a:pt x="0" y="101600"/>
                  </a:lnTo>
                  <a:lnTo>
                    <a:pt x="0" y="254000"/>
                  </a:lnTo>
                  <a:lnTo>
                    <a:pt x="7984" y="293547"/>
                  </a:lnTo>
                  <a:lnTo>
                    <a:pt x="29757" y="325842"/>
                  </a:lnTo>
                  <a:lnTo>
                    <a:pt x="62052" y="347615"/>
                  </a:lnTo>
                  <a:lnTo>
                    <a:pt x="101600" y="355600"/>
                  </a:lnTo>
                  <a:lnTo>
                    <a:pt x="1612900" y="355600"/>
                  </a:lnTo>
                  <a:lnTo>
                    <a:pt x="1652447" y="347615"/>
                  </a:lnTo>
                  <a:lnTo>
                    <a:pt x="1684742" y="325842"/>
                  </a:lnTo>
                  <a:lnTo>
                    <a:pt x="1706515" y="293547"/>
                  </a:lnTo>
                  <a:lnTo>
                    <a:pt x="1714500" y="254000"/>
                  </a:lnTo>
                  <a:lnTo>
                    <a:pt x="1714500" y="101600"/>
                  </a:lnTo>
                  <a:lnTo>
                    <a:pt x="1706515" y="62053"/>
                  </a:lnTo>
                  <a:lnTo>
                    <a:pt x="1684742" y="29758"/>
                  </a:lnTo>
                  <a:lnTo>
                    <a:pt x="1652447" y="7984"/>
                  </a:lnTo>
                  <a:lnTo>
                    <a:pt x="1612900" y="0"/>
                  </a:lnTo>
                  <a:close/>
                </a:path>
              </a:pathLst>
            </a:custGeom>
            <a:solidFill>
              <a:srgbClr val="EBF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6" name="object 1496"/>
            <p:cNvSpPr/>
            <p:nvPr/>
          </p:nvSpPr>
          <p:spPr>
            <a:xfrm>
              <a:off x="254000" y="1892299"/>
              <a:ext cx="1714500" cy="177800"/>
            </a:xfrm>
            <a:custGeom>
              <a:avLst/>
              <a:gdLst/>
              <a:ahLst/>
              <a:cxnLst/>
              <a:rect l="l" t="t" r="r" b="b"/>
              <a:pathLst>
                <a:path w="1714500" h="177800">
                  <a:moveTo>
                    <a:pt x="1714500" y="0"/>
                  </a:moveTo>
                  <a:lnTo>
                    <a:pt x="0" y="0"/>
                  </a:lnTo>
                  <a:lnTo>
                    <a:pt x="0" y="177800"/>
                  </a:lnTo>
                  <a:lnTo>
                    <a:pt x="1714500" y="177800"/>
                  </a:lnTo>
                  <a:lnTo>
                    <a:pt x="1714500" y="0"/>
                  </a:lnTo>
                  <a:close/>
                </a:path>
              </a:pathLst>
            </a:custGeom>
            <a:solidFill>
              <a:srgbClr val="EBF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7" name="object 1497"/>
            <p:cNvSpPr/>
            <p:nvPr/>
          </p:nvSpPr>
          <p:spPr>
            <a:xfrm>
              <a:off x="254000" y="1714499"/>
              <a:ext cx="1714500" cy="355600"/>
            </a:xfrm>
            <a:custGeom>
              <a:avLst/>
              <a:gdLst/>
              <a:ahLst/>
              <a:cxnLst/>
              <a:rect l="l" t="t" r="r" b="b"/>
              <a:pathLst>
                <a:path w="1714500" h="355600">
                  <a:moveTo>
                    <a:pt x="1612900" y="0"/>
                  </a:moveTo>
                  <a:lnTo>
                    <a:pt x="101600" y="0"/>
                  </a:lnTo>
                  <a:lnTo>
                    <a:pt x="62052" y="7984"/>
                  </a:lnTo>
                  <a:lnTo>
                    <a:pt x="29757" y="29758"/>
                  </a:lnTo>
                  <a:lnTo>
                    <a:pt x="7984" y="62053"/>
                  </a:lnTo>
                  <a:lnTo>
                    <a:pt x="0" y="101600"/>
                  </a:lnTo>
                  <a:lnTo>
                    <a:pt x="0" y="254000"/>
                  </a:lnTo>
                  <a:lnTo>
                    <a:pt x="7984" y="293547"/>
                  </a:lnTo>
                  <a:lnTo>
                    <a:pt x="29757" y="325842"/>
                  </a:lnTo>
                  <a:lnTo>
                    <a:pt x="62052" y="347615"/>
                  </a:lnTo>
                  <a:lnTo>
                    <a:pt x="101600" y="355600"/>
                  </a:lnTo>
                  <a:lnTo>
                    <a:pt x="1612900" y="355600"/>
                  </a:lnTo>
                  <a:lnTo>
                    <a:pt x="1652447" y="347615"/>
                  </a:lnTo>
                  <a:lnTo>
                    <a:pt x="1684742" y="325842"/>
                  </a:lnTo>
                  <a:lnTo>
                    <a:pt x="1706515" y="293547"/>
                  </a:lnTo>
                  <a:lnTo>
                    <a:pt x="1714500" y="254000"/>
                  </a:lnTo>
                  <a:lnTo>
                    <a:pt x="1714500" y="101600"/>
                  </a:lnTo>
                  <a:lnTo>
                    <a:pt x="1706515" y="62053"/>
                  </a:lnTo>
                  <a:lnTo>
                    <a:pt x="1684742" y="29758"/>
                  </a:lnTo>
                  <a:lnTo>
                    <a:pt x="1652447" y="7984"/>
                  </a:lnTo>
                  <a:lnTo>
                    <a:pt x="1612900" y="0"/>
                  </a:lnTo>
                  <a:close/>
                </a:path>
              </a:pathLst>
            </a:custGeom>
            <a:solidFill>
              <a:srgbClr val="EBF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98" name="object 1498"/>
            <p:cNvSpPr/>
            <p:nvPr/>
          </p:nvSpPr>
          <p:spPr>
            <a:xfrm>
              <a:off x="254000" y="2070099"/>
              <a:ext cx="1714500" cy="0"/>
            </a:xfrm>
            <a:custGeom>
              <a:avLst/>
              <a:gdLst/>
              <a:ahLst/>
              <a:cxnLst/>
              <a:rect l="l" t="t" r="r" b="b"/>
              <a:pathLst>
                <a:path w="1714500">
                  <a:moveTo>
                    <a:pt x="0" y="0"/>
                  </a:moveTo>
                  <a:lnTo>
                    <a:pt x="1714500" y="0"/>
                  </a:lnTo>
                </a:path>
              </a:pathLst>
            </a:custGeom>
            <a:ln w="7620">
              <a:solidFill>
                <a:srgbClr val="A5F2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99" name="object 1499"/>
          <p:cNvSpPr txBox="1"/>
          <p:nvPr/>
        </p:nvSpPr>
        <p:spPr>
          <a:xfrm>
            <a:off x="869835" y="1727129"/>
            <a:ext cx="483234" cy="277495"/>
          </a:xfrm>
          <a:prstGeom prst="rect">
            <a:avLst/>
          </a:prstGeom>
        </p:spPr>
        <p:txBody>
          <a:bodyPr vert="horz" wrap="square" lIns="0" tIns="1905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50"/>
              </a:spcBef>
            </a:pPr>
            <a:r>
              <a:rPr sz="650" spc="-10" dirty="0">
                <a:solidFill>
                  <a:srgbClr val="6B7280"/>
                </a:solidFill>
                <a:latin typeface="Lucida Sans Unicode"/>
                <a:cs typeface="Lucida Sans Unicode"/>
              </a:rPr>
              <a:t>«new»</a:t>
            </a:r>
            <a:endParaRPr sz="650">
              <a:latin typeface="Lucida Sans Unicode"/>
              <a:cs typeface="Lucida Sans Unicode"/>
            </a:endParaRPr>
          </a:p>
          <a:p>
            <a:pPr algn="ctr">
              <a:lnSpc>
                <a:spcPct val="100000"/>
              </a:lnSpc>
              <a:spcBef>
                <a:spcPts val="70"/>
              </a:spcBef>
            </a:pPr>
            <a:r>
              <a:rPr sz="900" spc="-20" dirty="0">
                <a:solidFill>
                  <a:srgbClr val="0890B1"/>
                </a:solidFill>
                <a:latin typeface="Arial Black"/>
                <a:cs typeface="Arial Black"/>
              </a:rPr>
              <a:t>Visiteur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1500" name="object 1500"/>
          <p:cNvSpPr/>
          <p:nvPr/>
        </p:nvSpPr>
        <p:spPr>
          <a:xfrm>
            <a:off x="254000" y="2463799"/>
            <a:ext cx="1714500" cy="0"/>
          </a:xfrm>
          <a:custGeom>
            <a:avLst/>
            <a:gdLst/>
            <a:ahLst/>
            <a:cxnLst/>
            <a:rect l="l" t="t" r="r" b="b"/>
            <a:pathLst>
              <a:path w="1714500">
                <a:moveTo>
                  <a:pt x="0" y="0"/>
                </a:moveTo>
                <a:lnTo>
                  <a:pt x="1714500" y="0"/>
                </a:lnTo>
              </a:path>
            </a:pathLst>
          </a:custGeom>
          <a:ln w="6350">
            <a:solidFill>
              <a:srgbClr val="E2E4E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01" name="object 1501"/>
          <p:cNvSpPr txBox="1"/>
          <p:nvPr/>
        </p:nvSpPr>
        <p:spPr>
          <a:xfrm>
            <a:off x="342900" y="2203450"/>
            <a:ext cx="878205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111826"/>
                </a:solidFill>
                <a:latin typeface="Lucida Sans Unicode"/>
                <a:cs typeface="Lucida Sans Unicode"/>
              </a:rPr>
              <a:t>+sessionId </a:t>
            </a:r>
            <a:r>
              <a:rPr sz="750" spc="-85" dirty="0">
                <a:solidFill>
                  <a:srgbClr val="111826"/>
                </a:solidFill>
                <a:latin typeface="Lucida Sans Unicode"/>
                <a:cs typeface="Lucida Sans Unicode"/>
              </a:rPr>
              <a:t>:</a:t>
            </a:r>
            <a:r>
              <a:rPr sz="750" spc="-5" dirty="0">
                <a:solidFill>
                  <a:srgbClr val="111826"/>
                </a:solidFill>
                <a:latin typeface="Lucida Sans Unicode"/>
                <a:cs typeface="Lucida Sans Unicode"/>
              </a:rPr>
              <a:t> </a:t>
            </a:r>
            <a:r>
              <a:rPr sz="750" spc="-10" dirty="0">
                <a:solidFill>
                  <a:srgbClr val="111826"/>
                </a:solidFill>
                <a:latin typeface="Lucida Sans Unicode"/>
                <a:cs typeface="Lucida Sans Unicode"/>
              </a:rPr>
              <a:t>String</a:t>
            </a:r>
            <a:endParaRPr sz="750">
              <a:latin typeface="Lucida Sans Unicode"/>
              <a:cs typeface="Lucida Sans Unicode"/>
            </a:endParaRPr>
          </a:p>
        </p:txBody>
      </p:sp>
      <p:sp>
        <p:nvSpPr>
          <p:cNvPr id="1502" name="object 1502"/>
          <p:cNvSpPr txBox="1"/>
          <p:nvPr/>
        </p:nvSpPr>
        <p:spPr>
          <a:xfrm>
            <a:off x="2687801" y="2203450"/>
            <a:ext cx="2157250" cy="1282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2193290" algn="l"/>
              </a:tabLst>
            </a:pPr>
            <a:r>
              <a:rPr sz="750" u="sng" dirty="0">
                <a:solidFill>
                  <a:srgbClr val="111826"/>
                </a:solidFill>
                <a:uFill>
                  <a:solidFill>
                    <a:srgbClr val="E2E4E9"/>
                  </a:solidFill>
                </a:uFill>
                <a:latin typeface="Lucida Sans Unicode"/>
                <a:cs typeface="Lucida Sans Unicode"/>
              </a:rPr>
              <a:t>	</a:t>
            </a:r>
            <a:endParaRPr sz="750" dirty="0">
              <a:latin typeface="Lucida Sans Unicode"/>
              <a:cs typeface="Lucida Sans Unicode"/>
            </a:endParaRPr>
          </a:p>
        </p:txBody>
      </p:sp>
      <p:sp>
        <p:nvSpPr>
          <p:cNvPr id="1503" name="object 1503"/>
          <p:cNvSpPr txBox="1"/>
          <p:nvPr/>
        </p:nvSpPr>
        <p:spPr>
          <a:xfrm>
            <a:off x="342900" y="2597150"/>
            <a:ext cx="716280" cy="330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2462EB"/>
                </a:solidFill>
                <a:latin typeface="Lucida Sans Unicode"/>
                <a:cs typeface="Lucida Sans Unicode"/>
              </a:rPr>
              <a:t>+sInscrire()</a:t>
            </a:r>
            <a:endParaRPr sz="7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750" spc="-10" dirty="0">
                <a:solidFill>
                  <a:srgbClr val="2462EB"/>
                </a:solidFill>
                <a:latin typeface="Lucida Sans Unicode"/>
                <a:cs typeface="Lucida Sans Unicode"/>
              </a:rPr>
              <a:t>+voirAccueil()</a:t>
            </a:r>
            <a:endParaRPr sz="750">
              <a:latin typeface="Lucida Sans Unicode"/>
              <a:cs typeface="Lucida Sans Unicode"/>
            </a:endParaRPr>
          </a:p>
        </p:txBody>
      </p:sp>
      <p:grpSp>
        <p:nvGrpSpPr>
          <p:cNvPr id="1515" name="object 1515"/>
          <p:cNvGrpSpPr/>
          <p:nvPr/>
        </p:nvGrpSpPr>
        <p:grpSpPr>
          <a:xfrm>
            <a:off x="2695419" y="3360419"/>
            <a:ext cx="2189480" cy="1935480"/>
            <a:chOff x="2695419" y="3360419"/>
            <a:chExt cx="2189480" cy="1935480"/>
          </a:xfrm>
        </p:grpSpPr>
        <p:sp>
          <p:nvSpPr>
            <p:cNvPr id="1516" name="object 1516"/>
            <p:cNvSpPr/>
            <p:nvPr/>
          </p:nvSpPr>
          <p:spPr>
            <a:xfrm>
              <a:off x="2725899" y="3390899"/>
              <a:ext cx="2159000" cy="1905000"/>
            </a:xfrm>
            <a:custGeom>
              <a:avLst/>
              <a:gdLst/>
              <a:ahLst/>
              <a:cxnLst/>
              <a:rect l="l" t="t" r="r" b="b"/>
              <a:pathLst>
                <a:path w="2159000" h="1905000">
                  <a:moveTo>
                    <a:pt x="2057400" y="0"/>
                  </a:moveTo>
                  <a:lnTo>
                    <a:pt x="101600" y="0"/>
                  </a:lnTo>
                  <a:lnTo>
                    <a:pt x="62052" y="7984"/>
                  </a:lnTo>
                  <a:lnTo>
                    <a:pt x="29757" y="29758"/>
                  </a:lnTo>
                  <a:lnTo>
                    <a:pt x="7984" y="62053"/>
                  </a:lnTo>
                  <a:lnTo>
                    <a:pt x="0" y="101600"/>
                  </a:lnTo>
                  <a:lnTo>
                    <a:pt x="0" y="1803400"/>
                  </a:lnTo>
                  <a:lnTo>
                    <a:pt x="7984" y="1842947"/>
                  </a:lnTo>
                  <a:lnTo>
                    <a:pt x="29757" y="1875242"/>
                  </a:lnTo>
                  <a:lnTo>
                    <a:pt x="62052" y="1897015"/>
                  </a:lnTo>
                  <a:lnTo>
                    <a:pt x="101600" y="1905000"/>
                  </a:lnTo>
                  <a:lnTo>
                    <a:pt x="2057400" y="1905000"/>
                  </a:lnTo>
                  <a:lnTo>
                    <a:pt x="2096947" y="1897015"/>
                  </a:lnTo>
                  <a:lnTo>
                    <a:pt x="2129242" y="1875242"/>
                  </a:lnTo>
                  <a:lnTo>
                    <a:pt x="2151015" y="1842947"/>
                  </a:lnTo>
                  <a:lnTo>
                    <a:pt x="2159000" y="1803400"/>
                  </a:lnTo>
                  <a:lnTo>
                    <a:pt x="2159000" y="101600"/>
                  </a:lnTo>
                  <a:lnTo>
                    <a:pt x="2151015" y="62053"/>
                  </a:lnTo>
                  <a:lnTo>
                    <a:pt x="2129242" y="29758"/>
                  </a:lnTo>
                  <a:lnTo>
                    <a:pt x="2096947" y="7984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0000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7" name="object 1517"/>
            <p:cNvSpPr/>
            <p:nvPr/>
          </p:nvSpPr>
          <p:spPr>
            <a:xfrm>
              <a:off x="2700499" y="3365499"/>
              <a:ext cx="2159000" cy="1905000"/>
            </a:xfrm>
            <a:custGeom>
              <a:avLst/>
              <a:gdLst/>
              <a:ahLst/>
              <a:cxnLst/>
              <a:rect l="l" t="t" r="r" b="b"/>
              <a:pathLst>
                <a:path w="2159000" h="1905000">
                  <a:moveTo>
                    <a:pt x="2057400" y="0"/>
                  </a:moveTo>
                  <a:lnTo>
                    <a:pt x="101600" y="0"/>
                  </a:lnTo>
                  <a:lnTo>
                    <a:pt x="62052" y="7984"/>
                  </a:lnTo>
                  <a:lnTo>
                    <a:pt x="29757" y="29758"/>
                  </a:lnTo>
                  <a:lnTo>
                    <a:pt x="7984" y="62053"/>
                  </a:lnTo>
                  <a:lnTo>
                    <a:pt x="0" y="101600"/>
                  </a:lnTo>
                  <a:lnTo>
                    <a:pt x="0" y="1803400"/>
                  </a:lnTo>
                  <a:lnTo>
                    <a:pt x="7984" y="1842947"/>
                  </a:lnTo>
                  <a:lnTo>
                    <a:pt x="29757" y="1875242"/>
                  </a:lnTo>
                  <a:lnTo>
                    <a:pt x="62052" y="1897015"/>
                  </a:lnTo>
                  <a:lnTo>
                    <a:pt x="101600" y="1905000"/>
                  </a:lnTo>
                  <a:lnTo>
                    <a:pt x="2057400" y="1905000"/>
                  </a:lnTo>
                  <a:lnTo>
                    <a:pt x="2096947" y="1897015"/>
                  </a:lnTo>
                  <a:lnTo>
                    <a:pt x="2129242" y="1875242"/>
                  </a:lnTo>
                  <a:lnTo>
                    <a:pt x="2151015" y="1842947"/>
                  </a:lnTo>
                  <a:lnTo>
                    <a:pt x="2159000" y="1803400"/>
                  </a:lnTo>
                  <a:lnTo>
                    <a:pt x="2159000" y="101600"/>
                  </a:lnTo>
                  <a:lnTo>
                    <a:pt x="2151015" y="62053"/>
                  </a:lnTo>
                  <a:lnTo>
                    <a:pt x="2129242" y="29758"/>
                  </a:lnTo>
                  <a:lnTo>
                    <a:pt x="2096947" y="7984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8" name="object 1518"/>
            <p:cNvSpPr/>
            <p:nvPr/>
          </p:nvSpPr>
          <p:spPr>
            <a:xfrm>
              <a:off x="2700499" y="3365499"/>
              <a:ext cx="2159000" cy="1905000"/>
            </a:xfrm>
            <a:custGeom>
              <a:avLst/>
              <a:gdLst/>
              <a:ahLst/>
              <a:cxnLst/>
              <a:rect l="l" t="t" r="r" b="b"/>
              <a:pathLst>
                <a:path w="2159000" h="1905000">
                  <a:moveTo>
                    <a:pt x="101600" y="1905000"/>
                  </a:moveTo>
                  <a:lnTo>
                    <a:pt x="2057400" y="1905000"/>
                  </a:lnTo>
                  <a:lnTo>
                    <a:pt x="2096947" y="1897015"/>
                  </a:lnTo>
                  <a:lnTo>
                    <a:pt x="2129242" y="1875242"/>
                  </a:lnTo>
                  <a:lnTo>
                    <a:pt x="2151015" y="1842947"/>
                  </a:lnTo>
                  <a:lnTo>
                    <a:pt x="2159000" y="1803400"/>
                  </a:lnTo>
                  <a:lnTo>
                    <a:pt x="2159000" y="101600"/>
                  </a:lnTo>
                  <a:lnTo>
                    <a:pt x="2151015" y="62053"/>
                  </a:lnTo>
                  <a:lnTo>
                    <a:pt x="2129242" y="29758"/>
                  </a:lnTo>
                  <a:lnTo>
                    <a:pt x="2096947" y="7984"/>
                  </a:lnTo>
                  <a:lnTo>
                    <a:pt x="2057400" y="0"/>
                  </a:lnTo>
                  <a:lnTo>
                    <a:pt x="101600" y="0"/>
                  </a:lnTo>
                  <a:lnTo>
                    <a:pt x="62052" y="7984"/>
                  </a:lnTo>
                  <a:lnTo>
                    <a:pt x="29757" y="29758"/>
                  </a:lnTo>
                  <a:lnTo>
                    <a:pt x="7984" y="62053"/>
                  </a:lnTo>
                  <a:lnTo>
                    <a:pt x="0" y="101600"/>
                  </a:lnTo>
                  <a:lnTo>
                    <a:pt x="0" y="1803400"/>
                  </a:lnTo>
                  <a:lnTo>
                    <a:pt x="7984" y="1842947"/>
                  </a:lnTo>
                  <a:lnTo>
                    <a:pt x="29757" y="1875242"/>
                  </a:lnTo>
                  <a:lnTo>
                    <a:pt x="62052" y="1897015"/>
                  </a:lnTo>
                  <a:lnTo>
                    <a:pt x="101600" y="1905000"/>
                  </a:lnTo>
                  <a:close/>
                </a:path>
              </a:pathLst>
            </a:custGeom>
            <a:ln w="10160">
              <a:solidFill>
                <a:srgbClr val="E2E4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19" name="object 1519"/>
            <p:cNvSpPr/>
            <p:nvPr/>
          </p:nvSpPr>
          <p:spPr>
            <a:xfrm>
              <a:off x="2700499" y="3365499"/>
              <a:ext cx="2159000" cy="355600"/>
            </a:xfrm>
            <a:custGeom>
              <a:avLst/>
              <a:gdLst/>
              <a:ahLst/>
              <a:cxnLst/>
              <a:rect l="l" t="t" r="r" b="b"/>
              <a:pathLst>
                <a:path w="2159000" h="355600">
                  <a:moveTo>
                    <a:pt x="2057400" y="0"/>
                  </a:moveTo>
                  <a:lnTo>
                    <a:pt x="101600" y="0"/>
                  </a:lnTo>
                  <a:lnTo>
                    <a:pt x="62052" y="7984"/>
                  </a:lnTo>
                  <a:lnTo>
                    <a:pt x="29757" y="29758"/>
                  </a:lnTo>
                  <a:lnTo>
                    <a:pt x="7984" y="62053"/>
                  </a:lnTo>
                  <a:lnTo>
                    <a:pt x="0" y="101600"/>
                  </a:lnTo>
                  <a:lnTo>
                    <a:pt x="0" y="254000"/>
                  </a:lnTo>
                  <a:lnTo>
                    <a:pt x="7984" y="293547"/>
                  </a:lnTo>
                  <a:lnTo>
                    <a:pt x="29757" y="325842"/>
                  </a:lnTo>
                  <a:lnTo>
                    <a:pt x="62052" y="347615"/>
                  </a:lnTo>
                  <a:lnTo>
                    <a:pt x="101600" y="355600"/>
                  </a:lnTo>
                  <a:lnTo>
                    <a:pt x="2057400" y="355600"/>
                  </a:lnTo>
                  <a:lnTo>
                    <a:pt x="2096947" y="347615"/>
                  </a:lnTo>
                  <a:lnTo>
                    <a:pt x="2129242" y="325842"/>
                  </a:lnTo>
                  <a:lnTo>
                    <a:pt x="2151015" y="293547"/>
                  </a:lnTo>
                  <a:lnTo>
                    <a:pt x="2159000" y="254000"/>
                  </a:lnTo>
                  <a:lnTo>
                    <a:pt x="2159000" y="101600"/>
                  </a:lnTo>
                  <a:lnTo>
                    <a:pt x="2151015" y="62053"/>
                  </a:lnTo>
                  <a:lnTo>
                    <a:pt x="2129242" y="29758"/>
                  </a:lnTo>
                  <a:lnTo>
                    <a:pt x="2096947" y="7984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EFF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0" name="object 1520"/>
            <p:cNvSpPr/>
            <p:nvPr/>
          </p:nvSpPr>
          <p:spPr>
            <a:xfrm>
              <a:off x="2700499" y="3543299"/>
              <a:ext cx="2159000" cy="177800"/>
            </a:xfrm>
            <a:custGeom>
              <a:avLst/>
              <a:gdLst/>
              <a:ahLst/>
              <a:cxnLst/>
              <a:rect l="l" t="t" r="r" b="b"/>
              <a:pathLst>
                <a:path w="2159000" h="177800">
                  <a:moveTo>
                    <a:pt x="2158999" y="0"/>
                  </a:moveTo>
                  <a:lnTo>
                    <a:pt x="0" y="0"/>
                  </a:lnTo>
                  <a:lnTo>
                    <a:pt x="0" y="177800"/>
                  </a:lnTo>
                  <a:lnTo>
                    <a:pt x="2158999" y="177800"/>
                  </a:lnTo>
                  <a:lnTo>
                    <a:pt x="2158999" y="0"/>
                  </a:lnTo>
                  <a:close/>
                </a:path>
              </a:pathLst>
            </a:custGeom>
            <a:solidFill>
              <a:srgbClr val="EFF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1" name="object 1521"/>
            <p:cNvSpPr/>
            <p:nvPr/>
          </p:nvSpPr>
          <p:spPr>
            <a:xfrm>
              <a:off x="2700499" y="3365499"/>
              <a:ext cx="2159000" cy="355600"/>
            </a:xfrm>
            <a:custGeom>
              <a:avLst/>
              <a:gdLst/>
              <a:ahLst/>
              <a:cxnLst/>
              <a:rect l="l" t="t" r="r" b="b"/>
              <a:pathLst>
                <a:path w="2159000" h="355600">
                  <a:moveTo>
                    <a:pt x="2057400" y="0"/>
                  </a:moveTo>
                  <a:lnTo>
                    <a:pt x="101600" y="0"/>
                  </a:lnTo>
                  <a:lnTo>
                    <a:pt x="62052" y="7984"/>
                  </a:lnTo>
                  <a:lnTo>
                    <a:pt x="29757" y="29758"/>
                  </a:lnTo>
                  <a:lnTo>
                    <a:pt x="7984" y="62053"/>
                  </a:lnTo>
                  <a:lnTo>
                    <a:pt x="0" y="101600"/>
                  </a:lnTo>
                  <a:lnTo>
                    <a:pt x="0" y="254000"/>
                  </a:lnTo>
                  <a:lnTo>
                    <a:pt x="7984" y="293547"/>
                  </a:lnTo>
                  <a:lnTo>
                    <a:pt x="29757" y="325842"/>
                  </a:lnTo>
                  <a:lnTo>
                    <a:pt x="62052" y="347615"/>
                  </a:lnTo>
                  <a:lnTo>
                    <a:pt x="101600" y="355600"/>
                  </a:lnTo>
                  <a:lnTo>
                    <a:pt x="2057400" y="355600"/>
                  </a:lnTo>
                  <a:lnTo>
                    <a:pt x="2096947" y="347615"/>
                  </a:lnTo>
                  <a:lnTo>
                    <a:pt x="2129242" y="325842"/>
                  </a:lnTo>
                  <a:lnTo>
                    <a:pt x="2151015" y="293547"/>
                  </a:lnTo>
                  <a:lnTo>
                    <a:pt x="2159000" y="254000"/>
                  </a:lnTo>
                  <a:lnTo>
                    <a:pt x="2159000" y="101600"/>
                  </a:lnTo>
                  <a:lnTo>
                    <a:pt x="2151015" y="62053"/>
                  </a:lnTo>
                  <a:lnTo>
                    <a:pt x="2129242" y="29758"/>
                  </a:lnTo>
                  <a:lnTo>
                    <a:pt x="2096947" y="7984"/>
                  </a:lnTo>
                  <a:lnTo>
                    <a:pt x="2057400" y="0"/>
                  </a:lnTo>
                  <a:close/>
                </a:path>
              </a:pathLst>
            </a:custGeom>
            <a:solidFill>
              <a:srgbClr val="EFF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2" name="object 1522"/>
            <p:cNvSpPr/>
            <p:nvPr/>
          </p:nvSpPr>
          <p:spPr>
            <a:xfrm>
              <a:off x="2700499" y="3721099"/>
              <a:ext cx="2159000" cy="0"/>
            </a:xfrm>
            <a:custGeom>
              <a:avLst/>
              <a:gdLst/>
              <a:ahLst/>
              <a:cxnLst/>
              <a:rect l="l" t="t" r="r" b="b"/>
              <a:pathLst>
                <a:path w="2159000">
                  <a:moveTo>
                    <a:pt x="0" y="0"/>
                  </a:moveTo>
                  <a:lnTo>
                    <a:pt x="2159000" y="0"/>
                  </a:lnTo>
                </a:path>
              </a:pathLst>
            </a:custGeom>
            <a:ln w="7620">
              <a:solidFill>
                <a:srgbClr val="BFDB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3" name="object 1523"/>
            <p:cNvSpPr/>
            <p:nvPr/>
          </p:nvSpPr>
          <p:spPr>
            <a:xfrm>
              <a:off x="2700499" y="4876799"/>
              <a:ext cx="2159000" cy="0"/>
            </a:xfrm>
            <a:custGeom>
              <a:avLst/>
              <a:gdLst/>
              <a:ahLst/>
              <a:cxnLst/>
              <a:rect l="l" t="t" r="r" b="b"/>
              <a:pathLst>
                <a:path w="2159000">
                  <a:moveTo>
                    <a:pt x="0" y="0"/>
                  </a:moveTo>
                  <a:lnTo>
                    <a:pt x="2159000" y="0"/>
                  </a:lnTo>
                </a:path>
              </a:pathLst>
            </a:custGeom>
            <a:ln w="6350">
              <a:solidFill>
                <a:srgbClr val="E2E4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24" name="object 1524"/>
          <p:cNvSpPr txBox="1"/>
          <p:nvPr/>
        </p:nvSpPr>
        <p:spPr>
          <a:xfrm>
            <a:off x="2789400" y="3454400"/>
            <a:ext cx="1216025" cy="730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77875">
              <a:lnSpc>
                <a:spcPct val="100000"/>
              </a:lnSpc>
              <a:spcBef>
                <a:spcPts val="100"/>
              </a:spcBef>
            </a:pPr>
            <a:r>
              <a:rPr sz="900" spc="-25" dirty="0">
                <a:solidFill>
                  <a:srgbClr val="2462EB"/>
                </a:solidFill>
                <a:latin typeface="Arial Black"/>
                <a:cs typeface="Arial Black"/>
              </a:rPr>
              <a:t>Budget</a:t>
            </a:r>
            <a:endParaRPr sz="9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endParaRPr sz="9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</a:pPr>
            <a:r>
              <a:rPr sz="750" spc="-40" dirty="0">
                <a:solidFill>
                  <a:srgbClr val="111826"/>
                </a:solidFill>
                <a:latin typeface="Lucida Sans Unicode"/>
                <a:cs typeface="Lucida Sans Unicode"/>
              </a:rPr>
              <a:t>+id</a:t>
            </a:r>
            <a:r>
              <a:rPr sz="750" spc="-25" dirty="0">
                <a:solidFill>
                  <a:srgbClr val="111826"/>
                </a:solidFill>
                <a:latin typeface="Lucida Sans Unicode"/>
                <a:cs typeface="Lucida Sans Unicode"/>
              </a:rPr>
              <a:t> </a:t>
            </a:r>
            <a:r>
              <a:rPr sz="750" spc="-85" dirty="0">
                <a:solidFill>
                  <a:srgbClr val="111826"/>
                </a:solidFill>
                <a:latin typeface="Lucida Sans Unicode"/>
                <a:cs typeface="Lucida Sans Unicode"/>
              </a:rPr>
              <a:t>:</a:t>
            </a:r>
            <a:r>
              <a:rPr sz="750" spc="-20" dirty="0">
                <a:solidFill>
                  <a:srgbClr val="111826"/>
                </a:solidFill>
                <a:latin typeface="Lucida Sans Unicode"/>
                <a:cs typeface="Lucida Sans Unicode"/>
              </a:rPr>
              <a:t> </a:t>
            </a:r>
            <a:r>
              <a:rPr sz="750" spc="-10" dirty="0">
                <a:solidFill>
                  <a:srgbClr val="111826"/>
                </a:solidFill>
                <a:latin typeface="Lucida Sans Unicode"/>
                <a:cs typeface="Lucida Sans Unicode"/>
              </a:rPr>
              <a:t>Integer</a:t>
            </a:r>
            <a:endParaRPr sz="7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750" dirty="0">
                <a:solidFill>
                  <a:srgbClr val="111826"/>
                </a:solidFill>
                <a:latin typeface="Lucida Sans Unicode"/>
                <a:cs typeface="Lucida Sans Unicode"/>
              </a:rPr>
              <a:t>+nom</a:t>
            </a:r>
            <a:r>
              <a:rPr sz="750" spc="-40" dirty="0">
                <a:solidFill>
                  <a:srgbClr val="111826"/>
                </a:solidFill>
                <a:latin typeface="Lucida Sans Unicode"/>
                <a:cs typeface="Lucida Sans Unicode"/>
              </a:rPr>
              <a:t> </a:t>
            </a:r>
            <a:r>
              <a:rPr sz="750" spc="-85" dirty="0">
                <a:solidFill>
                  <a:srgbClr val="111826"/>
                </a:solidFill>
                <a:latin typeface="Lucida Sans Unicode"/>
                <a:cs typeface="Lucida Sans Unicode"/>
              </a:rPr>
              <a:t>:</a:t>
            </a:r>
            <a:r>
              <a:rPr sz="750" spc="-35" dirty="0">
                <a:solidFill>
                  <a:srgbClr val="111826"/>
                </a:solidFill>
                <a:latin typeface="Lucida Sans Unicode"/>
                <a:cs typeface="Lucida Sans Unicode"/>
              </a:rPr>
              <a:t> </a:t>
            </a:r>
            <a:r>
              <a:rPr sz="750" spc="-10" dirty="0">
                <a:solidFill>
                  <a:srgbClr val="111826"/>
                </a:solidFill>
                <a:latin typeface="Lucida Sans Unicode"/>
                <a:cs typeface="Lucida Sans Unicode"/>
              </a:rPr>
              <a:t>String</a:t>
            </a:r>
            <a:endParaRPr sz="750">
              <a:latin typeface="Lucida Sans Unicode"/>
              <a:cs typeface="Lucida Sans Unicode"/>
            </a:endParaRPr>
          </a:p>
        </p:txBody>
      </p:sp>
      <p:sp>
        <p:nvSpPr>
          <p:cNvPr id="1525" name="object 1525"/>
          <p:cNvSpPr txBox="1"/>
          <p:nvPr/>
        </p:nvSpPr>
        <p:spPr>
          <a:xfrm>
            <a:off x="2789400" y="4235449"/>
            <a:ext cx="1087755" cy="520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111826"/>
                </a:solidFill>
                <a:latin typeface="Lucida Sans Unicode"/>
                <a:cs typeface="Lucida Sans Unicode"/>
              </a:rPr>
              <a:t>+montantLimite</a:t>
            </a:r>
            <a:r>
              <a:rPr sz="750" spc="20" dirty="0">
                <a:solidFill>
                  <a:srgbClr val="111826"/>
                </a:solidFill>
                <a:latin typeface="Lucida Sans Unicode"/>
                <a:cs typeface="Lucida Sans Unicode"/>
              </a:rPr>
              <a:t> </a:t>
            </a:r>
            <a:r>
              <a:rPr sz="750" spc="-85" dirty="0">
                <a:solidFill>
                  <a:srgbClr val="111826"/>
                </a:solidFill>
                <a:latin typeface="Lucida Sans Unicode"/>
                <a:cs typeface="Lucida Sans Unicode"/>
              </a:rPr>
              <a:t>:</a:t>
            </a:r>
            <a:r>
              <a:rPr sz="750" spc="20" dirty="0">
                <a:solidFill>
                  <a:srgbClr val="111826"/>
                </a:solidFill>
                <a:latin typeface="Lucida Sans Unicode"/>
                <a:cs typeface="Lucida Sans Unicode"/>
              </a:rPr>
              <a:t> </a:t>
            </a:r>
            <a:r>
              <a:rPr sz="750" spc="-10" dirty="0">
                <a:solidFill>
                  <a:srgbClr val="111826"/>
                </a:solidFill>
                <a:latin typeface="Lucida Sans Unicode"/>
                <a:cs typeface="Lucida Sans Unicode"/>
              </a:rPr>
              <a:t>Float</a:t>
            </a:r>
            <a:endParaRPr sz="7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750" dirty="0">
                <a:solidFill>
                  <a:srgbClr val="111826"/>
                </a:solidFill>
                <a:latin typeface="Lucida Sans Unicode"/>
                <a:cs typeface="Lucida Sans Unicode"/>
              </a:rPr>
              <a:t>+devise</a:t>
            </a:r>
            <a:r>
              <a:rPr sz="750" spc="-10" dirty="0">
                <a:solidFill>
                  <a:srgbClr val="111826"/>
                </a:solidFill>
                <a:latin typeface="Lucida Sans Unicode"/>
                <a:cs typeface="Lucida Sans Unicode"/>
              </a:rPr>
              <a:t> </a:t>
            </a:r>
            <a:r>
              <a:rPr sz="750" spc="-85" dirty="0">
                <a:solidFill>
                  <a:srgbClr val="111826"/>
                </a:solidFill>
                <a:latin typeface="Lucida Sans Unicode"/>
                <a:cs typeface="Lucida Sans Unicode"/>
              </a:rPr>
              <a:t>:</a:t>
            </a:r>
            <a:r>
              <a:rPr sz="750" spc="-10" dirty="0">
                <a:solidFill>
                  <a:srgbClr val="111826"/>
                </a:solidFill>
                <a:latin typeface="Lucida Sans Unicode"/>
                <a:cs typeface="Lucida Sans Unicode"/>
              </a:rPr>
              <a:t> String</a:t>
            </a:r>
            <a:endParaRPr sz="7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750" dirty="0">
                <a:solidFill>
                  <a:srgbClr val="111826"/>
                </a:solidFill>
                <a:latin typeface="Lucida Sans Unicode"/>
                <a:cs typeface="Lucida Sans Unicode"/>
              </a:rPr>
              <a:t>+estPartage</a:t>
            </a:r>
            <a:r>
              <a:rPr sz="750" spc="70" dirty="0">
                <a:solidFill>
                  <a:srgbClr val="111826"/>
                </a:solidFill>
                <a:latin typeface="Lucida Sans Unicode"/>
                <a:cs typeface="Lucida Sans Unicode"/>
              </a:rPr>
              <a:t> </a:t>
            </a:r>
            <a:r>
              <a:rPr sz="750" spc="-85" dirty="0">
                <a:solidFill>
                  <a:srgbClr val="111826"/>
                </a:solidFill>
                <a:latin typeface="Lucida Sans Unicode"/>
                <a:cs typeface="Lucida Sans Unicode"/>
              </a:rPr>
              <a:t>:</a:t>
            </a:r>
            <a:r>
              <a:rPr sz="750" spc="75" dirty="0">
                <a:solidFill>
                  <a:srgbClr val="111826"/>
                </a:solidFill>
                <a:latin typeface="Lucida Sans Unicode"/>
                <a:cs typeface="Lucida Sans Unicode"/>
              </a:rPr>
              <a:t> </a:t>
            </a:r>
            <a:r>
              <a:rPr sz="750" spc="-10" dirty="0">
                <a:solidFill>
                  <a:srgbClr val="111826"/>
                </a:solidFill>
                <a:latin typeface="Lucida Sans Unicode"/>
                <a:cs typeface="Lucida Sans Unicode"/>
              </a:rPr>
              <a:t>Boolean</a:t>
            </a:r>
            <a:endParaRPr sz="750">
              <a:latin typeface="Lucida Sans Unicode"/>
              <a:cs typeface="Lucida Sans Unicode"/>
            </a:endParaRPr>
          </a:p>
        </p:txBody>
      </p:sp>
      <p:sp>
        <p:nvSpPr>
          <p:cNvPr id="1526" name="object 1526"/>
          <p:cNvSpPr txBox="1"/>
          <p:nvPr/>
        </p:nvSpPr>
        <p:spPr>
          <a:xfrm>
            <a:off x="2789400" y="5010149"/>
            <a:ext cx="840740" cy="139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10" dirty="0">
                <a:solidFill>
                  <a:srgbClr val="2462EB"/>
                </a:solidFill>
                <a:latin typeface="Lucida Sans Unicode"/>
                <a:cs typeface="Lucida Sans Unicode"/>
              </a:rPr>
              <a:t>+calculerSolde()</a:t>
            </a:r>
            <a:endParaRPr sz="750">
              <a:latin typeface="Lucida Sans Unicode"/>
              <a:cs typeface="Lucida Sans Unicode"/>
            </a:endParaRPr>
          </a:p>
        </p:txBody>
      </p:sp>
      <p:grpSp>
        <p:nvGrpSpPr>
          <p:cNvPr id="1527" name="object 1527"/>
          <p:cNvGrpSpPr/>
          <p:nvPr/>
        </p:nvGrpSpPr>
        <p:grpSpPr>
          <a:xfrm>
            <a:off x="248920" y="5900419"/>
            <a:ext cx="1998980" cy="2125980"/>
            <a:chOff x="248920" y="5900419"/>
            <a:chExt cx="1998980" cy="2125980"/>
          </a:xfrm>
        </p:grpSpPr>
        <p:sp>
          <p:nvSpPr>
            <p:cNvPr id="1528" name="object 1528"/>
            <p:cNvSpPr/>
            <p:nvPr/>
          </p:nvSpPr>
          <p:spPr>
            <a:xfrm>
              <a:off x="279400" y="5930899"/>
              <a:ext cx="1968500" cy="2095500"/>
            </a:xfrm>
            <a:custGeom>
              <a:avLst/>
              <a:gdLst/>
              <a:ahLst/>
              <a:cxnLst/>
              <a:rect l="l" t="t" r="r" b="b"/>
              <a:pathLst>
                <a:path w="1968500" h="2095500">
                  <a:moveTo>
                    <a:pt x="1866900" y="0"/>
                  </a:moveTo>
                  <a:lnTo>
                    <a:pt x="101600" y="0"/>
                  </a:lnTo>
                  <a:lnTo>
                    <a:pt x="62052" y="7984"/>
                  </a:lnTo>
                  <a:lnTo>
                    <a:pt x="29757" y="29758"/>
                  </a:lnTo>
                  <a:lnTo>
                    <a:pt x="7984" y="62053"/>
                  </a:lnTo>
                  <a:lnTo>
                    <a:pt x="0" y="101600"/>
                  </a:lnTo>
                  <a:lnTo>
                    <a:pt x="0" y="1993899"/>
                  </a:lnTo>
                  <a:lnTo>
                    <a:pt x="7984" y="2033447"/>
                  </a:lnTo>
                  <a:lnTo>
                    <a:pt x="29757" y="2065742"/>
                  </a:lnTo>
                  <a:lnTo>
                    <a:pt x="62052" y="2087515"/>
                  </a:lnTo>
                  <a:lnTo>
                    <a:pt x="101600" y="2095499"/>
                  </a:lnTo>
                  <a:lnTo>
                    <a:pt x="1866900" y="2095499"/>
                  </a:lnTo>
                  <a:lnTo>
                    <a:pt x="1906447" y="2087515"/>
                  </a:lnTo>
                  <a:lnTo>
                    <a:pt x="1938742" y="2065742"/>
                  </a:lnTo>
                  <a:lnTo>
                    <a:pt x="1960515" y="2033447"/>
                  </a:lnTo>
                  <a:lnTo>
                    <a:pt x="1968500" y="1993899"/>
                  </a:lnTo>
                  <a:lnTo>
                    <a:pt x="1968500" y="101600"/>
                  </a:lnTo>
                  <a:lnTo>
                    <a:pt x="1960515" y="62053"/>
                  </a:lnTo>
                  <a:lnTo>
                    <a:pt x="1938742" y="29758"/>
                  </a:lnTo>
                  <a:lnTo>
                    <a:pt x="1906447" y="7984"/>
                  </a:lnTo>
                  <a:lnTo>
                    <a:pt x="1866900" y="0"/>
                  </a:lnTo>
                  <a:close/>
                </a:path>
              </a:pathLst>
            </a:custGeom>
            <a:solidFill>
              <a:srgbClr val="0000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29" name="object 1529"/>
            <p:cNvSpPr/>
            <p:nvPr/>
          </p:nvSpPr>
          <p:spPr>
            <a:xfrm>
              <a:off x="254000" y="5905499"/>
              <a:ext cx="1968500" cy="2095500"/>
            </a:xfrm>
            <a:custGeom>
              <a:avLst/>
              <a:gdLst/>
              <a:ahLst/>
              <a:cxnLst/>
              <a:rect l="l" t="t" r="r" b="b"/>
              <a:pathLst>
                <a:path w="1968500" h="2095500">
                  <a:moveTo>
                    <a:pt x="1866900" y="0"/>
                  </a:moveTo>
                  <a:lnTo>
                    <a:pt x="101600" y="0"/>
                  </a:lnTo>
                  <a:lnTo>
                    <a:pt x="62052" y="7984"/>
                  </a:lnTo>
                  <a:lnTo>
                    <a:pt x="29757" y="29758"/>
                  </a:lnTo>
                  <a:lnTo>
                    <a:pt x="7984" y="62053"/>
                  </a:lnTo>
                  <a:lnTo>
                    <a:pt x="0" y="101600"/>
                  </a:lnTo>
                  <a:lnTo>
                    <a:pt x="0" y="1993899"/>
                  </a:lnTo>
                  <a:lnTo>
                    <a:pt x="7984" y="2033447"/>
                  </a:lnTo>
                  <a:lnTo>
                    <a:pt x="29757" y="2065742"/>
                  </a:lnTo>
                  <a:lnTo>
                    <a:pt x="62052" y="2087515"/>
                  </a:lnTo>
                  <a:lnTo>
                    <a:pt x="101600" y="2095499"/>
                  </a:lnTo>
                  <a:lnTo>
                    <a:pt x="1866900" y="2095499"/>
                  </a:lnTo>
                  <a:lnTo>
                    <a:pt x="1906447" y="2087515"/>
                  </a:lnTo>
                  <a:lnTo>
                    <a:pt x="1938742" y="2065742"/>
                  </a:lnTo>
                  <a:lnTo>
                    <a:pt x="1960515" y="2033447"/>
                  </a:lnTo>
                  <a:lnTo>
                    <a:pt x="1968500" y="1993899"/>
                  </a:lnTo>
                  <a:lnTo>
                    <a:pt x="1968500" y="101600"/>
                  </a:lnTo>
                  <a:lnTo>
                    <a:pt x="1960515" y="62053"/>
                  </a:lnTo>
                  <a:lnTo>
                    <a:pt x="1938742" y="29758"/>
                  </a:lnTo>
                  <a:lnTo>
                    <a:pt x="1906447" y="7984"/>
                  </a:lnTo>
                  <a:lnTo>
                    <a:pt x="18669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0" name="object 1530"/>
            <p:cNvSpPr/>
            <p:nvPr/>
          </p:nvSpPr>
          <p:spPr>
            <a:xfrm>
              <a:off x="254000" y="5905499"/>
              <a:ext cx="1968500" cy="2095500"/>
            </a:xfrm>
            <a:custGeom>
              <a:avLst/>
              <a:gdLst/>
              <a:ahLst/>
              <a:cxnLst/>
              <a:rect l="l" t="t" r="r" b="b"/>
              <a:pathLst>
                <a:path w="1968500" h="2095500">
                  <a:moveTo>
                    <a:pt x="101600" y="2095499"/>
                  </a:moveTo>
                  <a:lnTo>
                    <a:pt x="1866900" y="2095499"/>
                  </a:lnTo>
                  <a:lnTo>
                    <a:pt x="1906447" y="2087515"/>
                  </a:lnTo>
                  <a:lnTo>
                    <a:pt x="1938742" y="2065742"/>
                  </a:lnTo>
                  <a:lnTo>
                    <a:pt x="1960515" y="2033447"/>
                  </a:lnTo>
                  <a:lnTo>
                    <a:pt x="1968500" y="1993899"/>
                  </a:lnTo>
                  <a:lnTo>
                    <a:pt x="1968500" y="101600"/>
                  </a:lnTo>
                  <a:lnTo>
                    <a:pt x="1960515" y="62053"/>
                  </a:lnTo>
                  <a:lnTo>
                    <a:pt x="1938742" y="29758"/>
                  </a:lnTo>
                  <a:lnTo>
                    <a:pt x="1906447" y="7984"/>
                  </a:lnTo>
                  <a:lnTo>
                    <a:pt x="1866900" y="0"/>
                  </a:lnTo>
                  <a:lnTo>
                    <a:pt x="101600" y="0"/>
                  </a:lnTo>
                  <a:lnTo>
                    <a:pt x="62052" y="7984"/>
                  </a:lnTo>
                  <a:lnTo>
                    <a:pt x="29757" y="29758"/>
                  </a:lnTo>
                  <a:lnTo>
                    <a:pt x="7984" y="62053"/>
                  </a:lnTo>
                  <a:lnTo>
                    <a:pt x="0" y="101600"/>
                  </a:lnTo>
                  <a:lnTo>
                    <a:pt x="0" y="1993899"/>
                  </a:lnTo>
                  <a:lnTo>
                    <a:pt x="7984" y="2033447"/>
                  </a:lnTo>
                  <a:lnTo>
                    <a:pt x="29757" y="2065742"/>
                  </a:lnTo>
                  <a:lnTo>
                    <a:pt x="62052" y="2087515"/>
                  </a:lnTo>
                  <a:lnTo>
                    <a:pt x="101600" y="2095499"/>
                  </a:lnTo>
                  <a:close/>
                </a:path>
              </a:pathLst>
            </a:custGeom>
            <a:ln w="10160">
              <a:solidFill>
                <a:srgbClr val="E2E4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1" name="object 1531"/>
            <p:cNvSpPr/>
            <p:nvPr/>
          </p:nvSpPr>
          <p:spPr>
            <a:xfrm>
              <a:off x="254000" y="5905499"/>
              <a:ext cx="1968500" cy="355600"/>
            </a:xfrm>
            <a:custGeom>
              <a:avLst/>
              <a:gdLst/>
              <a:ahLst/>
              <a:cxnLst/>
              <a:rect l="l" t="t" r="r" b="b"/>
              <a:pathLst>
                <a:path w="1968500" h="355600">
                  <a:moveTo>
                    <a:pt x="1866900" y="0"/>
                  </a:moveTo>
                  <a:lnTo>
                    <a:pt x="101600" y="0"/>
                  </a:lnTo>
                  <a:lnTo>
                    <a:pt x="62052" y="7984"/>
                  </a:lnTo>
                  <a:lnTo>
                    <a:pt x="29757" y="29758"/>
                  </a:lnTo>
                  <a:lnTo>
                    <a:pt x="7984" y="62053"/>
                  </a:lnTo>
                  <a:lnTo>
                    <a:pt x="0" y="101600"/>
                  </a:lnTo>
                  <a:lnTo>
                    <a:pt x="0" y="254000"/>
                  </a:lnTo>
                  <a:lnTo>
                    <a:pt x="7984" y="293547"/>
                  </a:lnTo>
                  <a:lnTo>
                    <a:pt x="29757" y="325842"/>
                  </a:lnTo>
                  <a:lnTo>
                    <a:pt x="62052" y="347615"/>
                  </a:lnTo>
                  <a:lnTo>
                    <a:pt x="101600" y="355600"/>
                  </a:lnTo>
                  <a:lnTo>
                    <a:pt x="1866900" y="355600"/>
                  </a:lnTo>
                  <a:lnTo>
                    <a:pt x="1906447" y="347615"/>
                  </a:lnTo>
                  <a:lnTo>
                    <a:pt x="1938742" y="325842"/>
                  </a:lnTo>
                  <a:lnTo>
                    <a:pt x="1960515" y="293547"/>
                  </a:lnTo>
                  <a:lnTo>
                    <a:pt x="1968500" y="254000"/>
                  </a:lnTo>
                  <a:lnTo>
                    <a:pt x="1968500" y="101600"/>
                  </a:lnTo>
                  <a:lnTo>
                    <a:pt x="1960515" y="62053"/>
                  </a:lnTo>
                  <a:lnTo>
                    <a:pt x="1938742" y="29758"/>
                  </a:lnTo>
                  <a:lnTo>
                    <a:pt x="1906447" y="7984"/>
                  </a:lnTo>
                  <a:lnTo>
                    <a:pt x="1866900" y="0"/>
                  </a:lnTo>
                  <a:close/>
                </a:path>
              </a:pathLst>
            </a:custGeom>
            <a:solidFill>
              <a:srgbClr val="EFF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2" name="object 1532"/>
            <p:cNvSpPr/>
            <p:nvPr/>
          </p:nvSpPr>
          <p:spPr>
            <a:xfrm>
              <a:off x="254000" y="6083299"/>
              <a:ext cx="1968500" cy="177800"/>
            </a:xfrm>
            <a:custGeom>
              <a:avLst/>
              <a:gdLst/>
              <a:ahLst/>
              <a:cxnLst/>
              <a:rect l="l" t="t" r="r" b="b"/>
              <a:pathLst>
                <a:path w="1968500" h="177800">
                  <a:moveTo>
                    <a:pt x="1968500" y="0"/>
                  </a:moveTo>
                  <a:lnTo>
                    <a:pt x="0" y="0"/>
                  </a:lnTo>
                  <a:lnTo>
                    <a:pt x="0" y="177800"/>
                  </a:lnTo>
                  <a:lnTo>
                    <a:pt x="1968500" y="177800"/>
                  </a:lnTo>
                  <a:lnTo>
                    <a:pt x="1968500" y="0"/>
                  </a:lnTo>
                  <a:close/>
                </a:path>
              </a:pathLst>
            </a:custGeom>
            <a:solidFill>
              <a:srgbClr val="EFF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3" name="object 1533"/>
            <p:cNvSpPr/>
            <p:nvPr/>
          </p:nvSpPr>
          <p:spPr>
            <a:xfrm>
              <a:off x="254000" y="5905499"/>
              <a:ext cx="1968500" cy="355600"/>
            </a:xfrm>
            <a:custGeom>
              <a:avLst/>
              <a:gdLst/>
              <a:ahLst/>
              <a:cxnLst/>
              <a:rect l="l" t="t" r="r" b="b"/>
              <a:pathLst>
                <a:path w="1968500" h="355600">
                  <a:moveTo>
                    <a:pt x="1866900" y="0"/>
                  </a:moveTo>
                  <a:lnTo>
                    <a:pt x="101600" y="0"/>
                  </a:lnTo>
                  <a:lnTo>
                    <a:pt x="62052" y="7984"/>
                  </a:lnTo>
                  <a:lnTo>
                    <a:pt x="29757" y="29758"/>
                  </a:lnTo>
                  <a:lnTo>
                    <a:pt x="7984" y="62053"/>
                  </a:lnTo>
                  <a:lnTo>
                    <a:pt x="0" y="101600"/>
                  </a:lnTo>
                  <a:lnTo>
                    <a:pt x="0" y="254000"/>
                  </a:lnTo>
                  <a:lnTo>
                    <a:pt x="7984" y="293547"/>
                  </a:lnTo>
                  <a:lnTo>
                    <a:pt x="29757" y="325842"/>
                  </a:lnTo>
                  <a:lnTo>
                    <a:pt x="62052" y="347615"/>
                  </a:lnTo>
                  <a:lnTo>
                    <a:pt x="101600" y="355600"/>
                  </a:lnTo>
                  <a:lnTo>
                    <a:pt x="1866900" y="355600"/>
                  </a:lnTo>
                  <a:lnTo>
                    <a:pt x="1906447" y="347615"/>
                  </a:lnTo>
                  <a:lnTo>
                    <a:pt x="1938742" y="325842"/>
                  </a:lnTo>
                  <a:lnTo>
                    <a:pt x="1960515" y="293547"/>
                  </a:lnTo>
                  <a:lnTo>
                    <a:pt x="1968500" y="254000"/>
                  </a:lnTo>
                  <a:lnTo>
                    <a:pt x="1968500" y="101600"/>
                  </a:lnTo>
                  <a:lnTo>
                    <a:pt x="1960515" y="62053"/>
                  </a:lnTo>
                  <a:lnTo>
                    <a:pt x="1938742" y="29758"/>
                  </a:lnTo>
                  <a:lnTo>
                    <a:pt x="1906447" y="7984"/>
                  </a:lnTo>
                  <a:lnTo>
                    <a:pt x="1866900" y="0"/>
                  </a:lnTo>
                  <a:close/>
                </a:path>
              </a:pathLst>
            </a:custGeom>
            <a:solidFill>
              <a:srgbClr val="EFF6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4" name="object 1534"/>
            <p:cNvSpPr/>
            <p:nvPr/>
          </p:nvSpPr>
          <p:spPr>
            <a:xfrm>
              <a:off x="254000" y="6261099"/>
              <a:ext cx="1968500" cy="0"/>
            </a:xfrm>
            <a:custGeom>
              <a:avLst/>
              <a:gdLst/>
              <a:ahLst/>
              <a:cxnLst/>
              <a:rect l="l" t="t" r="r" b="b"/>
              <a:pathLst>
                <a:path w="1968500">
                  <a:moveTo>
                    <a:pt x="0" y="0"/>
                  </a:moveTo>
                  <a:lnTo>
                    <a:pt x="1968500" y="0"/>
                  </a:lnTo>
                </a:path>
              </a:pathLst>
            </a:custGeom>
            <a:ln w="7620">
              <a:solidFill>
                <a:srgbClr val="BFDBF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35" name="object 1535"/>
          <p:cNvSpPr txBox="1"/>
          <p:nvPr/>
        </p:nvSpPr>
        <p:spPr>
          <a:xfrm>
            <a:off x="869734" y="5994399"/>
            <a:ext cx="737235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30" dirty="0">
                <a:solidFill>
                  <a:srgbClr val="2462EB"/>
                </a:solidFill>
                <a:latin typeface="Arial Black"/>
                <a:cs typeface="Arial Black"/>
              </a:rPr>
              <a:t>Transaction</a:t>
            </a:r>
            <a:endParaRPr sz="900">
              <a:latin typeface="Arial Black"/>
              <a:cs typeface="Arial Black"/>
            </a:endParaRPr>
          </a:p>
        </p:txBody>
      </p:sp>
      <p:grpSp>
        <p:nvGrpSpPr>
          <p:cNvPr id="1536" name="object 1536"/>
          <p:cNvGrpSpPr/>
          <p:nvPr/>
        </p:nvGrpSpPr>
        <p:grpSpPr>
          <a:xfrm>
            <a:off x="250825" y="5976619"/>
            <a:ext cx="6983730" cy="1443355"/>
            <a:chOff x="250825" y="5976619"/>
            <a:chExt cx="6983730" cy="1443355"/>
          </a:xfrm>
        </p:grpSpPr>
        <p:sp>
          <p:nvSpPr>
            <p:cNvPr id="1537" name="object 1537"/>
            <p:cNvSpPr/>
            <p:nvPr/>
          </p:nvSpPr>
          <p:spPr>
            <a:xfrm>
              <a:off x="254000" y="7416799"/>
              <a:ext cx="1968500" cy="0"/>
            </a:xfrm>
            <a:custGeom>
              <a:avLst/>
              <a:gdLst/>
              <a:ahLst/>
              <a:cxnLst/>
              <a:rect l="l" t="t" r="r" b="b"/>
              <a:pathLst>
                <a:path w="1968500">
                  <a:moveTo>
                    <a:pt x="0" y="0"/>
                  </a:moveTo>
                  <a:lnTo>
                    <a:pt x="1968500" y="0"/>
                  </a:lnTo>
                </a:path>
              </a:pathLst>
            </a:custGeom>
            <a:ln w="6350">
              <a:solidFill>
                <a:srgbClr val="E2E4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8" name="object 1538"/>
            <p:cNvSpPr/>
            <p:nvPr/>
          </p:nvSpPr>
          <p:spPr>
            <a:xfrm>
              <a:off x="5265899" y="6007099"/>
              <a:ext cx="1968500" cy="1320800"/>
            </a:xfrm>
            <a:custGeom>
              <a:avLst/>
              <a:gdLst/>
              <a:ahLst/>
              <a:cxnLst/>
              <a:rect l="l" t="t" r="r" b="b"/>
              <a:pathLst>
                <a:path w="1968500" h="1320800">
                  <a:moveTo>
                    <a:pt x="1866899" y="0"/>
                  </a:moveTo>
                  <a:lnTo>
                    <a:pt x="101600" y="0"/>
                  </a:lnTo>
                  <a:lnTo>
                    <a:pt x="62052" y="7984"/>
                  </a:lnTo>
                  <a:lnTo>
                    <a:pt x="29757" y="29758"/>
                  </a:lnTo>
                  <a:lnTo>
                    <a:pt x="7984" y="62053"/>
                  </a:lnTo>
                  <a:lnTo>
                    <a:pt x="0" y="101600"/>
                  </a:lnTo>
                  <a:lnTo>
                    <a:pt x="0" y="1219200"/>
                  </a:lnTo>
                  <a:lnTo>
                    <a:pt x="7984" y="1258747"/>
                  </a:lnTo>
                  <a:lnTo>
                    <a:pt x="29757" y="1291042"/>
                  </a:lnTo>
                  <a:lnTo>
                    <a:pt x="62052" y="1312815"/>
                  </a:lnTo>
                  <a:lnTo>
                    <a:pt x="101600" y="1320800"/>
                  </a:lnTo>
                  <a:lnTo>
                    <a:pt x="1866899" y="1320800"/>
                  </a:lnTo>
                  <a:lnTo>
                    <a:pt x="1906447" y="1312815"/>
                  </a:lnTo>
                  <a:lnTo>
                    <a:pt x="1938742" y="1291042"/>
                  </a:lnTo>
                  <a:lnTo>
                    <a:pt x="1960515" y="1258747"/>
                  </a:lnTo>
                  <a:lnTo>
                    <a:pt x="1968499" y="1219200"/>
                  </a:lnTo>
                  <a:lnTo>
                    <a:pt x="1968499" y="101600"/>
                  </a:lnTo>
                  <a:lnTo>
                    <a:pt x="1960515" y="62053"/>
                  </a:lnTo>
                  <a:lnTo>
                    <a:pt x="1938742" y="29758"/>
                  </a:lnTo>
                  <a:lnTo>
                    <a:pt x="1906447" y="7984"/>
                  </a:lnTo>
                  <a:lnTo>
                    <a:pt x="1866899" y="0"/>
                  </a:lnTo>
                  <a:close/>
                </a:path>
              </a:pathLst>
            </a:custGeom>
            <a:solidFill>
              <a:srgbClr val="00000A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39" name="object 1539"/>
            <p:cNvSpPr/>
            <p:nvPr/>
          </p:nvSpPr>
          <p:spPr>
            <a:xfrm>
              <a:off x="5240499" y="5981699"/>
              <a:ext cx="1968500" cy="1320800"/>
            </a:xfrm>
            <a:custGeom>
              <a:avLst/>
              <a:gdLst/>
              <a:ahLst/>
              <a:cxnLst/>
              <a:rect l="l" t="t" r="r" b="b"/>
              <a:pathLst>
                <a:path w="1968500" h="1320800">
                  <a:moveTo>
                    <a:pt x="1866899" y="0"/>
                  </a:moveTo>
                  <a:lnTo>
                    <a:pt x="101600" y="0"/>
                  </a:lnTo>
                  <a:lnTo>
                    <a:pt x="62052" y="7984"/>
                  </a:lnTo>
                  <a:lnTo>
                    <a:pt x="29757" y="29758"/>
                  </a:lnTo>
                  <a:lnTo>
                    <a:pt x="7984" y="62053"/>
                  </a:lnTo>
                  <a:lnTo>
                    <a:pt x="0" y="101600"/>
                  </a:lnTo>
                  <a:lnTo>
                    <a:pt x="0" y="1219200"/>
                  </a:lnTo>
                  <a:lnTo>
                    <a:pt x="7984" y="1258747"/>
                  </a:lnTo>
                  <a:lnTo>
                    <a:pt x="29757" y="1291042"/>
                  </a:lnTo>
                  <a:lnTo>
                    <a:pt x="62052" y="1312815"/>
                  </a:lnTo>
                  <a:lnTo>
                    <a:pt x="101600" y="1320800"/>
                  </a:lnTo>
                  <a:lnTo>
                    <a:pt x="1866899" y="1320800"/>
                  </a:lnTo>
                  <a:lnTo>
                    <a:pt x="1906447" y="1312815"/>
                  </a:lnTo>
                  <a:lnTo>
                    <a:pt x="1938742" y="1291042"/>
                  </a:lnTo>
                  <a:lnTo>
                    <a:pt x="1960515" y="1258747"/>
                  </a:lnTo>
                  <a:lnTo>
                    <a:pt x="1968499" y="1219200"/>
                  </a:lnTo>
                  <a:lnTo>
                    <a:pt x="1968499" y="101600"/>
                  </a:lnTo>
                  <a:lnTo>
                    <a:pt x="1960515" y="62053"/>
                  </a:lnTo>
                  <a:lnTo>
                    <a:pt x="1938742" y="29758"/>
                  </a:lnTo>
                  <a:lnTo>
                    <a:pt x="1906447" y="7984"/>
                  </a:lnTo>
                  <a:lnTo>
                    <a:pt x="1866899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0" name="object 1540"/>
            <p:cNvSpPr/>
            <p:nvPr/>
          </p:nvSpPr>
          <p:spPr>
            <a:xfrm>
              <a:off x="5240499" y="5981699"/>
              <a:ext cx="1968500" cy="1320800"/>
            </a:xfrm>
            <a:custGeom>
              <a:avLst/>
              <a:gdLst/>
              <a:ahLst/>
              <a:cxnLst/>
              <a:rect l="l" t="t" r="r" b="b"/>
              <a:pathLst>
                <a:path w="1968500" h="1320800">
                  <a:moveTo>
                    <a:pt x="101600" y="1320800"/>
                  </a:moveTo>
                  <a:lnTo>
                    <a:pt x="1866899" y="1320800"/>
                  </a:lnTo>
                  <a:lnTo>
                    <a:pt x="1906447" y="1312815"/>
                  </a:lnTo>
                  <a:lnTo>
                    <a:pt x="1938742" y="1291042"/>
                  </a:lnTo>
                  <a:lnTo>
                    <a:pt x="1960515" y="1258747"/>
                  </a:lnTo>
                  <a:lnTo>
                    <a:pt x="1968499" y="1219200"/>
                  </a:lnTo>
                  <a:lnTo>
                    <a:pt x="1968499" y="101600"/>
                  </a:lnTo>
                  <a:lnTo>
                    <a:pt x="1960515" y="62053"/>
                  </a:lnTo>
                  <a:lnTo>
                    <a:pt x="1938742" y="29758"/>
                  </a:lnTo>
                  <a:lnTo>
                    <a:pt x="1906447" y="7984"/>
                  </a:lnTo>
                  <a:lnTo>
                    <a:pt x="1866899" y="0"/>
                  </a:lnTo>
                  <a:lnTo>
                    <a:pt x="101600" y="0"/>
                  </a:lnTo>
                  <a:lnTo>
                    <a:pt x="62052" y="7984"/>
                  </a:lnTo>
                  <a:lnTo>
                    <a:pt x="29757" y="29758"/>
                  </a:lnTo>
                  <a:lnTo>
                    <a:pt x="7984" y="62053"/>
                  </a:lnTo>
                  <a:lnTo>
                    <a:pt x="0" y="101600"/>
                  </a:lnTo>
                  <a:lnTo>
                    <a:pt x="0" y="1219200"/>
                  </a:lnTo>
                  <a:lnTo>
                    <a:pt x="7984" y="1258747"/>
                  </a:lnTo>
                  <a:lnTo>
                    <a:pt x="29757" y="1291042"/>
                  </a:lnTo>
                  <a:lnTo>
                    <a:pt x="62052" y="1312815"/>
                  </a:lnTo>
                  <a:lnTo>
                    <a:pt x="101600" y="1320800"/>
                  </a:lnTo>
                  <a:close/>
                </a:path>
              </a:pathLst>
            </a:custGeom>
            <a:ln w="10160">
              <a:solidFill>
                <a:srgbClr val="E2E4E9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1" name="object 1541"/>
            <p:cNvSpPr/>
            <p:nvPr/>
          </p:nvSpPr>
          <p:spPr>
            <a:xfrm>
              <a:off x="5240499" y="5981699"/>
              <a:ext cx="1968500" cy="355600"/>
            </a:xfrm>
            <a:custGeom>
              <a:avLst/>
              <a:gdLst/>
              <a:ahLst/>
              <a:cxnLst/>
              <a:rect l="l" t="t" r="r" b="b"/>
              <a:pathLst>
                <a:path w="1968500" h="355600">
                  <a:moveTo>
                    <a:pt x="1866899" y="0"/>
                  </a:moveTo>
                  <a:lnTo>
                    <a:pt x="101600" y="0"/>
                  </a:lnTo>
                  <a:lnTo>
                    <a:pt x="62052" y="7984"/>
                  </a:lnTo>
                  <a:lnTo>
                    <a:pt x="29757" y="29758"/>
                  </a:lnTo>
                  <a:lnTo>
                    <a:pt x="7984" y="62053"/>
                  </a:lnTo>
                  <a:lnTo>
                    <a:pt x="0" y="101600"/>
                  </a:lnTo>
                  <a:lnTo>
                    <a:pt x="0" y="254000"/>
                  </a:lnTo>
                  <a:lnTo>
                    <a:pt x="7984" y="293547"/>
                  </a:lnTo>
                  <a:lnTo>
                    <a:pt x="29757" y="325842"/>
                  </a:lnTo>
                  <a:lnTo>
                    <a:pt x="62052" y="347615"/>
                  </a:lnTo>
                  <a:lnTo>
                    <a:pt x="101600" y="355600"/>
                  </a:lnTo>
                  <a:lnTo>
                    <a:pt x="1866899" y="355600"/>
                  </a:lnTo>
                  <a:lnTo>
                    <a:pt x="1906447" y="347615"/>
                  </a:lnTo>
                  <a:lnTo>
                    <a:pt x="1938742" y="325842"/>
                  </a:lnTo>
                  <a:lnTo>
                    <a:pt x="1960515" y="293547"/>
                  </a:lnTo>
                  <a:lnTo>
                    <a:pt x="1968499" y="254000"/>
                  </a:lnTo>
                  <a:lnTo>
                    <a:pt x="1968499" y="101600"/>
                  </a:lnTo>
                  <a:lnTo>
                    <a:pt x="1960515" y="62053"/>
                  </a:lnTo>
                  <a:lnTo>
                    <a:pt x="1938742" y="29758"/>
                  </a:lnTo>
                  <a:lnTo>
                    <a:pt x="1906447" y="7984"/>
                  </a:lnTo>
                  <a:lnTo>
                    <a:pt x="1866899" y="0"/>
                  </a:lnTo>
                  <a:close/>
                </a:path>
              </a:pathLst>
            </a:custGeom>
            <a:solidFill>
              <a:srgbClr val="FD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2" name="object 1542"/>
            <p:cNvSpPr/>
            <p:nvPr/>
          </p:nvSpPr>
          <p:spPr>
            <a:xfrm>
              <a:off x="5240499" y="6159499"/>
              <a:ext cx="1968500" cy="177800"/>
            </a:xfrm>
            <a:custGeom>
              <a:avLst/>
              <a:gdLst/>
              <a:ahLst/>
              <a:cxnLst/>
              <a:rect l="l" t="t" r="r" b="b"/>
              <a:pathLst>
                <a:path w="1968500" h="177800">
                  <a:moveTo>
                    <a:pt x="1968499" y="0"/>
                  </a:moveTo>
                  <a:lnTo>
                    <a:pt x="0" y="0"/>
                  </a:lnTo>
                  <a:lnTo>
                    <a:pt x="0" y="177800"/>
                  </a:lnTo>
                  <a:lnTo>
                    <a:pt x="1968499" y="177800"/>
                  </a:lnTo>
                  <a:lnTo>
                    <a:pt x="1968499" y="0"/>
                  </a:lnTo>
                  <a:close/>
                </a:path>
              </a:pathLst>
            </a:custGeom>
            <a:solidFill>
              <a:srgbClr val="FD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3" name="object 1543"/>
            <p:cNvSpPr/>
            <p:nvPr/>
          </p:nvSpPr>
          <p:spPr>
            <a:xfrm>
              <a:off x="5240499" y="5981699"/>
              <a:ext cx="1968500" cy="355600"/>
            </a:xfrm>
            <a:custGeom>
              <a:avLst/>
              <a:gdLst/>
              <a:ahLst/>
              <a:cxnLst/>
              <a:rect l="l" t="t" r="r" b="b"/>
              <a:pathLst>
                <a:path w="1968500" h="355600">
                  <a:moveTo>
                    <a:pt x="1866899" y="0"/>
                  </a:moveTo>
                  <a:lnTo>
                    <a:pt x="101600" y="0"/>
                  </a:lnTo>
                  <a:lnTo>
                    <a:pt x="62052" y="7984"/>
                  </a:lnTo>
                  <a:lnTo>
                    <a:pt x="29757" y="29758"/>
                  </a:lnTo>
                  <a:lnTo>
                    <a:pt x="7984" y="62053"/>
                  </a:lnTo>
                  <a:lnTo>
                    <a:pt x="0" y="101600"/>
                  </a:lnTo>
                  <a:lnTo>
                    <a:pt x="0" y="254000"/>
                  </a:lnTo>
                  <a:lnTo>
                    <a:pt x="7984" y="293547"/>
                  </a:lnTo>
                  <a:lnTo>
                    <a:pt x="29757" y="325842"/>
                  </a:lnTo>
                  <a:lnTo>
                    <a:pt x="62052" y="347615"/>
                  </a:lnTo>
                  <a:lnTo>
                    <a:pt x="101600" y="355600"/>
                  </a:lnTo>
                  <a:lnTo>
                    <a:pt x="1866899" y="355600"/>
                  </a:lnTo>
                  <a:lnTo>
                    <a:pt x="1906447" y="347615"/>
                  </a:lnTo>
                  <a:lnTo>
                    <a:pt x="1938742" y="325842"/>
                  </a:lnTo>
                  <a:lnTo>
                    <a:pt x="1960515" y="293547"/>
                  </a:lnTo>
                  <a:lnTo>
                    <a:pt x="1968499" y="254000"/>
                  </a:lnTo>
                  <a:lnTo>
                    <a:pt x="1968499" y="101600"/>
                  </a:lnTo>
                  <a:lnTo>
                    <a:pt x="1960515" y="62053"/>
                  </a:lnTo>
                  <a:lnTo>
                    <a:pt x="1938742" y="29758"/>
                  </a:lnTo>
                  <a:lnTo>
                    <a:pt x="1906447" y="7984"/>
                  </a:lnTo>
                  <a:lnTo>
                    <a:pt x="1866899" y="0"/>
                  </a:lnTo>
                  <a:close/>
                </a:path>
              </a:pathLst>
            </a:custGeom>
            <a:solidFill>
              <a:srgbClr val="FDF2F2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44" name="object 1544"/>
            <p:cNvSpPr/>
            <p:nvPr/>
          </p:nvSpPr>
          <p:spPr>
            <a:xfrm>
              <a:off x="5240499" y="6337299"/>
              <a:ext cx="1968500" cy="0"/>
            </a:xfrm>
            <a:custGeom>
              <a:avLst/>
              <a:gdLst/>
              <a:ahLst/>
              <a:cxnLst/>
              <a:rect l="l" t="t" r="r" b="b"/>
              <a:pathLst>
                <a:path w="1968500">
                  <a:moveTo>
                    <a:pt x="0" y="0"/>
                  </a:moveTo>
                  <a:lnTo>
                    <a:pt x="1968499" y="0"/>
                  </a:lnTo>
                </a:path>
              </a:pathLst>
            </a:custGeom>
            <a:ln w="7620">
              <a:solidFill>
                <a:srgbClr val="FDCACA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45" name="object 1545"/>
          <p:cNvSpPr txBox="1"/>
          <p:nvPr/>
        </p:nvSpPr>
        <p:spPr>
          <a:xfrm>
            <a:off x="342900" y="6394449"/>
            <a:ext cx="970915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40" dirty="0">
                <a:solidFill>
                  <a:srgbClr val="111826"/>
                </a:solidFill>
                <a:latin typeface="Lucida Sans Unicode"/>
                <a:cs typeface="Lucida Sans Unicode"/>
              </a:rPr>
              <a:t>+id</a:t>
            </a:r>
            <a:r>
              <a:rPr sz="750" spc="-25" dirty="0">
                <a:solidFill>
                  <a:srgbClr val="111826"/>
                </a:solidFill>
                <a:latin typeface="Lucida Sans Unicode"/>
                <a:cs typeface="Lucida Sans Unicode"/>
              </a:rPr>
              <a:t> </a:t>
            </a:r>
            <a:r>
              <a:rPr sz="750" spc="-85" dirty="0">
                <a:solidFill>
                  <a:srgbClr val="111826"/>
                </a:solidFill>
                <a:latin typeface="Lucida Sans Unicode"/>
                <a:cs typeface="Lucida Sans Unicode"/>
              </a:rPr>
              <a:t>:</a:t>
            </a:r>
            <a:r>
              <a:rPr sz="750" spc="-20" dirty="0">
                <a:solidFill>
                  <a:srgbClr val="111826"/>
                </a:solidFill>
                <a:latin typeface="Lucida Sans Unicode"/>
                <a:cs typeface="Lucida Sans Unicode"/>
              </a:rPr>
              <a:t> </a:t>
            </a:r>
            <a:r>
              <a:rPr sz="750" spc="-10" dirty="0">
                <a:solidFill>
                  <a:srgbClr val="111826"/>
                </a:solidFill>
                <a:latin typeface="Lucida Sans Unicode"/>
                <a:cs typeface="Lucida Sans Unicode"/>
              </a:rPr>
              <a:t>Integer</a:t>
            </a:r>
            <a:endParaRPr sz="7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750" dirty="0">
                <a:solidFill>
                  <a:srgbClr val="111826"/>
                </a:solidFill>
                <a:latin typeface="Lucida Sans Unicode"/>
                <a:cs typeface="Lucida Sans Unicode"/>
              </a:rPr>
              <a:t>+montant</a:t>
            </a:r>
            <a:r>
              <a:rPr sz="750" spc="15" dirty="0">
                <a:solidFill>
                  <a:srgbClr val="111826"/>
                </a:solidFill>
                <a:latin typeface="Lucida Sans Unicode"/>
                <a:cs typeface="Lucida Sans Unicode"/>
              </a:rPr>
              <a:t> </a:t>
            </a:r>
            <a:r>
              <a:rPr sz="750" spc="-85" dirty="0">
                <a:solidFill>
                  <a:srgbClr val="111826"/>
                </a:solidFill>
                <a:latin typeface="Lucida Sans Unicode"/>
                <a:cs typeface="Lucida Sans Unicode"/>
              </a:rPr>
              <a:t>:</a:t>
            </a:r>
            <a:r>
              <a:rPr sz="750" spc="20" dirty="0">
                <a:solidFill>
                  <a:srgbClr val="111826"/>
                </a:solidFill>
                <a:latin typeface="Lucida Sans Unicode"/>
                <a:cs typeface="Lucida Sans Unicode"/>
              </a:rPr>
              <a:t> </a:t>
            </a:r>
            <a:r>
              <a:rPr sz="750" spc="-10" dirty="0">
                <a:solidFill>
                  <a:srgbClr val="111826"/>
                </a:solidFill>
                <a:latin typeface="Lucida Sans Unicode"/>
                <a:cs typeface="Lucida Sans Unicode"/>
              </a:rPr>
              <a:t>Float</a:t>
            </a:r>
            <a:endParaRPr sz="7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750" dirty="0">
                <a:solidFill>
                  <a:srgbClr val="111826"/>
                </a:solidFill>
                <a:latin typeface="Lucida Sans Unicode"/>
                <a:cs typeface="Lucida Sans Unicode"/>
              </a:rPr>
              <a:t>+date</a:t>
            </a:r>
            <a:r>
              <a:rPr sz="750" spc="5" dirty="0">
                <a:solidFill>
                  <a:srgbClr val="111826"/>
                </a:solidFill>
                <a:latin typeface="Lucida Sans Unicode"/>
                <a:cs typeface="Lucida Sans Unicode"/>
              </a:rPr>
              <a:t> </a:t>
            </a:r>
            <a:r>
              <a:rPr sz="750" spc="-85" dirty="0">
                <a:solidFill>
                  <a:srgbClr val="111826"/>
                </a:solidFill>
                <a:latin typeface="Lucida Sans Unicode"/>
                <a:cs typeface="Lucida Sans Unicode"/>
              </a:rPr>
              <a:t>:</a:t>
            </a:r>
            <a:r>
              <a:rPr sz="750" spc="5" dirty="0">
                <a:solidFill>
                  <a:srgbClr val="111826"/>
                </a:solidFill>
                <a:latin typeface="Lucida Sans Unicode"/>
                <a:cs typeface="Lucida Sans Unicode"/>
              </a:rPr>
              <a:t> </a:t>
            </a:r>
            <a:r>
              <a:rPr sz="750" spc="-20" dirty="0">
                <a:solidFill>
                  <a:srgbClr val="111826"/>
                </a:solidFill>
                <a:latin typeface="Lucida Sans Unicode"/>
                <a:cs typeface="Lucida Sans Unicode"/>
              </a:rPr>
              <a:t>Date</a:t>
            </a:r>
            <a:endParaRPr sz="7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750" dirty="0">
                <a:solidFill>
                  <a:srgbClr val="111826"/>
                </a:solidFill>
                <a:latin typeface="Lucida Sans Unicode"/>
                <a:cs typeface="Lucida Sans Unicode"/>
              </a:rPr>
              <a:t>+description</a:t>
            </a:r>
            <a:r>
              <a:rPr sz="750" spc="-40" dirty="0">
                <a:solidFill>
                  <a:srgbClr val="111826"/>
                </a:solidFill>
                <a:latin typeface="Lucida Sans Unicode"/>
                <a:cs typeface="Lucida Sans Unicode"/>
              </a:rPr>
              <a:t> </a:t>
            </a:r>
            <a:r>
              <a:rPr sz="750" spc="-85" dirty="0">
                <a:solidFill>
                  <a:srgbClr val="111826"/>
                </a:solidFill>
                <a:latin typeface="Lucida Sans Unicode"/>
                <a:cs typeface="Lucida Sans Unicode"/>
              </a:rPr>
              <a:t>:</a:t>
            </a:r>
            <a:r>
              <a:rPr sz="750" spc="-35" dirty="0">
                <a:solidFill>
                  <a:srgbClr val="111826"/>
                </a:solidFill>
                <a:latin typeface="Lucida Sans Unicode"/>
                <a:cs typeface="Lucida Sans Unicode"/>
              </a:rPr>
              <a:t> </a:t>
            </a:r>
            <a:r>
              <a:rPr sz="750" spc="-10" dirty="0">
                <a:solidFill>
                  <a:srgbClr val="111826"/>
                </a:solidFill>
                <a:latin typeface="Lucida Sans Unicode"/>
                <a:cs typeface="Lucida Sans Unicode"/>
              </a:rPr>
              <a:t>String</a:t>
            </a:r>
            <a:endParaRPr sz="750">
              <a:latin typeface="Lucida Sans Unicode"/>
              <a:cs typeface="Lucida Sans Unicode"/>
            </a:endParaRPr>
          </a:p>
        </p:txBody>
      </p:sp>
      <p:sp>
        <p:nvSpPr>
          <p:cNvPr id="1546" name="object 1546"/>
          <p:cNvSpPr txBox="1"/>
          <p:nvPr/>
        </p:nvSpPr>
        <p:spPr>
          <a:xfrm>
            <a:off x="6034999" y="6070599"/>
            <a:ext cx="379730" cy="1625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900" spc="-35" dirty="0">
                <a:solidFill>
                  <a:srgbClr val="DB2626"/>
                </a:solidFill>
                <a:latin typeface="Arial Black"/>
                <a:cs typeface="Arial Black"/>
              </a:rPr>
              <a:t>Alerte</a:t>
            </a:r>
            <a:endParaRPr sz="900">
              <a:latin typeface="Arial Black"/>
              <a:cs typeface="Arial Black"/>
            </a:endParaRPr>
          </a:p>
        </p:txBody>
      </p:sp>
      <p:sp>
        <p:nvSpPr>
          <p:cNvPr id="1547" name="object 1547"/>
          <p:cNvSpPr txBox="1"/>
          <p:nvPr/>
        </p:nvSpPr>
        <p:spPr>
          <a:xfrm>
            <a:off x="5329399" y="6470649"/>
            <a:ext cx="1600200" cy="7112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spc="-40" dirty="0">
                <a:solidFill>
                  <a:srgbClr val="111826"/>
                </a:solidFill>
                <a:latin typeface="Lucida Sans Unicode"/>
                <a:cs typeface="Lucida Sans Unicode"/>
              </a:rPr>
              <a:t>+id</a:t>
            </a:r>
            <a:r>
              <a:rPr sz="750" spc="-25" dirty="0">
                <a:solidFill>
                  <a:srgbClr val="111826"/>
                </a:solidFill>
                <a:latin typeface="Lucida Sans Unicode"/>
                <a:cs typeface="Lucida Sans Unicode"/>
              </a:rPr>
              <a:t> </a:t>
            </a:r>
            <a:r>
              <a:rPr sz="750" spc="-85" dirty="0">
                <a:solidFill>
                  <a:srgbClr val="111826"/>
                </a:solidFill>
                <a:latin typeface="Lucida Sans Unicode"/>
                <a:cs typeface="Lucida Sans Unicode"/>
              </a:rPr>
              <a:t>:</a:t>
            </a:r>
            <a:r>
              <a:rPr sz="750" spc="-20" dirty="0">
                <a:solidFill>
                  <a:srgbClr val="111826"/>
                </a:solidFill>
                <a:latin typeface="Lucida Sans Unicode"/>
                <a:cs typeface="Lucida Sans Unicode"/>
              </a:rPr>
              <a:t> </a:t>
            </a:r>
            <a:r>
              <a:rPr sz="750" spc="-10" dirty="0">
                <a:solidFill>
                  <a:srgbClr val="111826"/>
                </a:solidFill>
                <a:latin typeface="Lucida Sans Unicode"/>
                <a:cs typeface="Lucida Sans Unicode"/>
              </a:rPr>
              <a:t>Integer</a:t>
            </a:r>
            <a:endParaRPr sz="7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750" spc="-20" dirty="0">
                <a:solidFill>
                  <a:srgbClr val="111826"/>
                </a:solidFill>
                <a:latin typeface="Lucida Sans Unicode"/>
                <a:cs typeface="Lucida Sans Unicode"/>
              </a:rPr>
              <a:t>+seuil</a:t>
            </a:r>
            <a:r>
              <a:rPr sz="750" spc="-25" dirty="0">
                <a:solidFill>
                  <a:srgbClr val="111826"/>
                </a:solidFill>
                <a:latin typeface="Lucida Sans Unicode"/>
                <a:cs typeface="Lucida Sans Unicode"/>
              </a:rPr>
              <a:t> </a:t>
            </a:r>
            <a:r>
              <a:rPr sz="750" spc="-85" dirty="0">
                <a:solidFill>
                  <a:srgbClr val="111826"/>
                </a:solidFill>
                <a:latin typeface="Lucida Sans Unicode"/>
                <a:cs typeface="Lucida Sans Unicode"/>
              </a:rPr>
              <a:t>:</a:t>
            </a:r>
            <a:r>
              <a:rPr sz="750" spc="-20" dirty="0">
                <a:solidFill>
                  <a:srgbClr val="111826"/>
                </a:solidFill>
                <a:latin typeface="Lucida Sans Unicode"/>
                <a:cs typeface="Lucida Sans Unicode"/>
              </a:rPr>
              <a:t> </a:t>
            </a:r>
            <a:r>
              <a:rPr sz="750" spc="-10" dirty="0">
                <a:solidFill>
                  <a:srgbClr val="111826"/>
                </a:solidFill>
                <a:latin typeface="Lucida Sans Unicode"/>
                <a:cs typeface="Lucida Sans Unicode"/>
              </a:rPr>
              <a:t>Float</a:t>
            </a:r>
            <a:endParaRPr sz="7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750" dirty="0">
                <a:solidFill>
                  <a:srgbClr val="111826"/>
                </a:solidFill>
                <a:latin typeface="Lucida Sans Unicode"/>
                <a:cs typeface="Lucida Sans Unicode"/>
              </a:rPr>
              <a:t>+message</a:t>
            </a:r>
            <a:r>
              <a:rPr sz="750" spc="75" dirty="0">
                <a:solidFill>
                  <a:srgbClr val="111826"/>
                </a:solidFill>
                <a:latin typeface="Lucida Sans Unicode"/>
                <a:cs typeface="Lucida Sans Unicode"/>
              </a:rPr>
              <a:t> </a:t>
            </a:r>
            <a:r>
              <a:rPr sz="750" spc="-85" dirty="0">
                <a:solidFill>
                  <a:srgbClr val="111826"/>
                </a:solidFill>
                <a:latin typeface="Lucida Sans Unicode"/>
                <a:cs typeface="Lucida Sans Unicode"/>
              </a:rPr>
              <a:t>:</a:t>
            </a:r>
            <a:r>
              <a:rPr sz="750" spc="75" dirty="0">
                <a:solidFill>
                  <a:srgbClr val="111826"/>
                </a:solidFill>
                <a:latin typeface="Lucida Sans Unicode"/>
                <a:cs typeface="Lucida Sans Unicode"/>
              </a:rPr>
              <a:t> </a:t>
            </a:r>
            <a:r>
              <a:rPr sz="750" spc="-10" dirty="0">
                <a:solidFill>
                  <a:srgbClr val="111826"/>
                </a:solidFill>
                <a:latin typeface="Lucida Sans Unicode"/>
                <a:cs typeface="Lucida Sans Unicode"/>
              </a:rPr>
              <a:t>String</a:t>
            </a:r>
            <a:endParaRPr sz="7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750" dirty="0">
                <a:solidFill>
                  <a:srgbClr val="111826"/>
                </a:solidFill>
                <a:latin typeface="Lucida Sans Unicode"/>
                <a:cs typeface="Lucida Sans Unicode"/>
              </a:rPr>
              <a:t>+dateDeclenchement</a:t>
            </a:r>
            <a:r>
              <a:rPr sz="750" spc="195" dirty="0">
                <a:solidFill>
                  <a:srgbClr val="111826"/>
                </a:solidFill>
                <a:latin typeface="Lucida Sans Unicode"/>
                <a:cs typeface="Lucida Sans Unicode"/>
              </a:rPr>
              <a:t> </a:t>
            </a:r>
            <a:r>
              <a:rPr sz="750" spc="-85" dirty="0">
                <a:solidFill>
                  <a:srgbClr val="111826"/>
                </a:solidFill>
                <a:latin typeface="Lucida Sans Unicode"/>
                <a:cs typeface="Lucida Sans Unicode"/>
              </a:rPr>
              <a:t>:</a:t>
            </a:r>
            <a:r>
              <a:rPr sz="750" spc="195" dirty="0">
                <a:solidFill>
                  <a:srgbClr val="111826"/>
                </a:solidFill>
                <a:latin typeface="Lucida Sans Unicode"/>
                <a:cs typeface="Lucida Sans Unicode"/>
              </a:rPr>
              <a:t> </a:t>
            </a:r>
            <a:r>
              <a:rPr sz="750" spc="-10" dirty="0">
                <a:solidFill>
                  <a:srgbClr val="111826"/>
                </a:solidFill>
                <a:latin typeface="Lucida Sans Unicode"/>
                <a:cs typeface="Lucida Sans Unicode"/>
              </a:rPr>
              <a:t>DateTime</a:t>
            </a:r>
            <a:endParaRPr sz="750">
              <a:latin typeface="Lucida Sans Unicode"/>
              <a:cs typeface="Lucida Sans Unicode"/>
            </a:endParaRPr>
          </a:p>
        </p:txBody>
      </p:sp>
      <p:sp>
        <p:nvSpPr>
          <p:cNvPr id="1549" name="object 1549"/>
          <p:cNvSpPr/>
          <p:nvPr/>
        </p:nvSpPr>
        <p:spPr>
          <a:xfrm>
            <a:off x="2821150" y="9079099"/>
            <a:ext cx="1968500" cy="1130300"/>
          </a:xfrm>
          <a:custGeom>
            <a:avLst/>
            <a:gdLst/>
            <a:ahLst/>
            <a:cxnLst/>
            <a:rect l="l" t="t" r="r" b="b"/>
            <a:pathLst>
              <a:path w="1968500" h="1130300">
                <a:moveTo>
                  <a:pt x="1866900" y="0"/>
                </a:moveTo>
                <a:lnTo>
                  <a:pt x="101600" y="0"/>
                </a:lnTo>
                <a:lnTo>
                  <a:pt x="62052" y="7984"/>
                </a:lnTo>
                <a:lnTo>
                  <a:pt x="29757" y="29757"/>
                </a:lnTo>
                <a:lnTo>
                  <a:pt x="7984" y="62052"/>
                </a:lnTo>
                <a:lnTo>
                  <a:pt x="0" y="101600"/>
                </a:lnTo>
                <a:lnTo>
                  <a:pt x="0" y="1028700"/>
                </a:lnTo>
                <a:lnTo>
                  <a:pt x="7984" y="1068247"/>
                </a:lnTo>
                <a:lnTo>
                  <a:pt x="29757" y="1100542"/>
                </a:lnTo>
                <a:lnTo>
                  <a:pt x="62052" y="1122315"/>
                </a:lnTo>
                <a:lnTo>
                  <a:pt x="101600" y="1130300"/>
                </a:lnTo>
                <a:lnTo>
                  <a:pt x="1866900" y="1130300"/>
                </a:lnTo>
                <a:lnTo>
                  <a:pt x="1906447" y="1122315"/>
                </a:lnTo>
                <a:lnTo>
                  <a:pt x="1938742" y="1100542"/>
                </a:lnTo>
                <a:lnTo>
                  <a:pt x="1960515" y="1068247"/>
                </a:lnTo>
                <a:lnTo>
                  <a:pt x="1968500" y="1028700"/>
                </a:lnTo>
                <a:lnTo>
                  <a:pt x="1968500" y="101600"/>
                </a:lnTo>
                <a:lnTo>
                  <a:pt x="1960515" y="62052"/>
                </a:lnTo>
                <a:lnTo>
                  <a:pt x="1938742" y="29757"/>
                </a:lnTo>
                <a:lnTo>
                  <a:pt x="1906447" y="7984"/>
                </a:lnTo>
                <a:lnTo>
                  <a:pt x="1866900" y="0"/>
                </a:lnTo>
                <a:close/>
              </a:path>
            </a:pathLst>
          </a:custGeom>
          <a:solidFill>
            <a:srgbClr val="00000A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0" name="object 1550"/>
          <p:cNvSpPr/>
          <p:nvPr/>
        </p:nvSpPr>
        <p:spPr>
          <a:xfrm>
            <a:off x="2795750" y="9053699"/>
            <a:ext cx="1968500" cy="1130300"/>
          </a:xfrm>
          <a:custGeom>
            <a:avLst/>
            <a:gdLst/>
            <a:ahLst/>
            <a:cxnLst/>
            <a:rect l="l" t="t" r="r" b="b"/>
            <a:pathLst>
              <a:path w="1968500" h="1130300">
                <a:moveTo>
                  <a:pt x="1866900" y="0"/>
                </a:moveTo>
                <a:lnTo>
                  <a:pt x="101600" y="0"/>
                </a:lnTo>
                <a:lnTo>
                  <a:pt x="62052" y="7984"/>
                </a:lnTo>
                <a:lnTo>
                  <a:pt x="29757" y="29757"/>
                </a:lnTo>
                <a:lnTo>
                  <a:pt x="7984" y="62052"/>
                </a:lnTo>
                <a:lnTo>
                  <a:pt x="0" y="101600"/>
                </a:lnTo>
                <a:lnTo>
                  <a:pt x="0" y="1028700"/>
                </a:lnTo>
                <a:lnTo>
                  <a:pt x="7984" y="1068247"/>
                </a:lnTo>
                <a:lnTo>
                  <a:pt x="29757" y="1100542"/>
                </a:lnTo>
                <a:lnTo>
                  <a:pt x="62052" y="1122315"/>
                </a:lnTo>
                <a:lnTo>
                  <a:pt x="101600" y="1130300"/>
                </a:lnTo>
                <a:lnTo>
                  <a:pt x="1866900" y="1130300"/>
                </a:lnTo>
                <a:lnTo>
                  <a:pt x="1906447" y="1122315"/>
                </a:lnTo>
                <a:lnTo>
                  <a:pt x="1938742" y="1100542"/>
                </a:lnTo>
                <a:lnTo>
                  <a:pt x="1960515" y="1068247"/>
                </a:lnTo>
                <a:lnTo>
                  <a:pt x="1968500" y="1028700"/>
                </a:lnTo>
                <a:lnTo>
                  <a:pt x="1968500" y="101600"/>
                </a:lnTo>
                <a:lnTo>
                  <a:pt x="1960515" y="62052"/>
                </a:lnTo>
                <a:lnTo>
                  <a:pt x="1938742" y="29757"/>
                </a:lnTo>
                <a:lnTo>
                  <a:pt x="1906447" y="7984"/>
                </a:lnTo>
                <a:lnTo>
                  <a:pt x="1866900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1" name="object 1551"/>
          <p:cNvSpPr/>
          <p:nvPr/>
        </p:nvSpPr>
        <p:spPr>
          <a:xfrm>
            <a:off x="2795750" y="9053699"/>
            <a:ext cx="1968500" cy="1130300"/>
          </a:xfrm>
          <a:custGeom>
            <a:avLst/>
            <a:gdLst/>
            <a:ahLst/>
            <a:cxnLst/>
            <a:rect l="l" t="t" r="r" b="b"/>
            <a:pathLst>
              <a:path w="1968500" h="1130300">
                <a:moveTo>
                  <a:pt x="101600" y="1130300"/>
                </a:moveTo>
                <a:lnTo>
                  <a:pt x="1866900" y="1130300"/>
                </a:lnTo>
                <a:lnTo>
                  <a:pt x="1906447" y="1122315"/>
                </a:lnTo>
                <a:lnTo>
                  <a:pt x="1938742" y="1100542"/>
                </a:lnTo>
                <a:lnTo>
                  <a:pt x="1960515" y="1068247"/>
                </a:lnTo>
                <a:lnTo>
                  <a:pt x="1968500" y="1028700"/>
                </a:lnTo>
                <a:lnTo>
                  <a:pt x="1968500" y="101600"/>
                </a:lnTo>
                <a:lnTo>
                  <a:pt x="1960515" y="62052"/>
                </a:lnTo>
                <a:lnTo>
                  <a:pt x="1938742" y="29757"/>
                </a:lnTo>
                <a:lnTo>
                  <a:pt x="1906447" y="7984"/>
                </a:lnTo>
                <a:lnTo>
                  <a:pt x="1866900" y="0"/>
                </a:lnTo>
                <a:lnTo>
                  <a:pt x="101600" y="0"/>
                </a:lnTo>
                <a:lnTo>
                  <a:pt x="62052" y="7984"/>
                </a:lnTo>
                <a:lnTo>
                  <a:pt x="29757" y="29757"/>
                </a:lnTo>
                <a:lnTo>
                  <a:pt x="7984" y="62052"/>
                </a:lnTo>
                <a:lnTo>
                  <a:pt x="0" y="101600"/>
                </a:lnTo>
                <a:lnTo>
                  <a:pt x="0" y="1028700"/>
                </a:lnTo>
                <a:lnTo>
                  <a:pt x="7984" y="1068247"/>
                </a:lnTo>
                <a:lnTo>
                  <a:pt x="29757" y="1100542"/>
                </a:lnTo>
                <a:lnTo>
                  <a:pt x="62052" y="1122315"/>
                </a:lnTo>
                <a:lnTo>
                  <a:pt x="101600" y="1130300"/>
                </a:lnTo>
                <a:close/>
              </a:path>
            </a:pathLst>
          </a:custGeom>
          <a:ln w="10160">
            <a:solidFill>
              <a:srgbClr val="E2E4E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2" name="object 1552"/>
          <p:cNvSpPr/>
          <p:nvPr/>
        </p:nvSpPr>
        <p:spPr>
          <a:xfrm>
            <a:off x="2795750" y="9053699"/>
            <a:ext cx="1968500" cy="355600"/>
          </a:xfrm>
          <a:custGeom>
            <a:avLst/>
            <a:gdLst/>
            <a:ahLst/>
            <a:cxnLst/>
            <a:rect l="l" t="t" r="r" b="b"/>
            <a:pathLst>
              <a:path w="1968500" h="355600">
                <a:moveTo>
                  <a:pt x="1866900" y="0"/>
                </a:moveTo>
                <a:lnTo>
                  <a:pt x="101600" y="0"/>
                </a:lnTo>
                <a:lnTo>
                  <a:pt x="62052" y="7984"/>
                </a:lnTo>
                <a:lnTo>
                  <a:pt x="29757" y="29757"/>
                </a:lnTo>
                <a:lnTo>
                  <a:pt x="7984" y="62052"/>
                </a:lnTo>
                <a:lnTo>
                  <a:pt x="0" y="101600"/>
                </a:lnTo>
                <a:lnTo>
                  <a:pt x="0" y="254000"/>
                </a:lnTo>
                <a:lnTo>
                  <a:pt x="7984" y="293547"/>
                </a:lnTo>
                <a:lnTo>
                  <a:pt x="29757" y="325842"/>
                </a:lnTo>
                <a:lnTo>
                  <a:pt x="62052" y="347615"/>
                </a:lnTo>
                <a:lnTo>
                  <a:pt x="101600" y="355600"/>
                </a:lnTo>
                <a:lnTo>
                  <a:pt x="1866900" y="355600"/>
                </a:lnTo>
                <a:lnTo>
                  <a:pt x="1906447" y="347615"/>
                </a:lnTo>
                <a:lnTo>
                  <a:pt x="1938742" y="325842"/>
                </a:lnTo>
                <a:lnTo>
                  <a:pt x="1960515" y="293547"/>
                </a:lnTo>
                <a:lnTo>
                  <a:pt x="1968500" y="254000"/>
                </a:lnTo>
                <a:lnTo>
                  <a:pt x="1968500" y="101600"/>
                </a:lnTo>
                <a:lnTo>
                  <a:pt x="1960515" y="62052"/>
                </a:lnTo>
                <a:lnTo>
                  <a:pt x="1938742" y="29757"/>
                </a:lnTo>
                <a:lnTo>
                  <a:pt x="1906447" y="7984"/>
                </a:lnTo>
                <a:lnTo>
                  <a:pt x="1866900" y="0"/>
                </a:lnTo>
                <a:close/>
              </a:path>
            </a:pathLst>
          </a:custGeom>
          <a:solidFill>
            <a:srgbClr val="FFF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3" name="object 1553"/>
          <p:cNvSpPr/>
          <p:nvPr/>
        </p:nvSpPr>
        <p:spPr>
          <a:xfrm>
            <a:off x="2795750" y="9231499"/>
            <a:ext cx="1968500" cy="177800"/>
          </a:xfrm>
          <a:custGeom>
            <a:avLst/>
            <a:gdLst/>
            <a:ahLst/>
            <a:cxnLst/>
            <a:rect l="l" t="t" r="r" b="b"/>
            <a:pathLst>
              <a:path w="1968500" h="177800">
                <a:moveTo>
                  <a:pt x="1968499" y="0"/>
                </a:moveTo>
                <a:lnTo>
                  <a:pt x="0" y="0"/>
                </a:lnTo>
                <a:lnTo>
                  <a:pt x="0" y="177800"/>
                </a:lnTo>
                <a:lnTo>
                  <a:pt x="1968499" y="177800"/>
                </a:lnTo>
                <a:lnTo>
                  <a:pt x="1968499" y="0"/>
                </a:lnTo>
                <a:close/>
              </a:path>
            </a:pathLst>
          </a:custGeom>
          <a:solidFill>
            <a:srgbClr val="FFF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4" name="object 1554"/>
          <p:cNvSpPr/>
          <p:nvPr/>
        </p:nvSpPr>
        <p:spPr>
          <a:xfrm>
            <a:off x="2795750" y="9053699"/>
            <a:ext cx="1968500" cy="355600"/>
          </a:xfrm>
          <a:custGeom>
            <a:avLst/>
            <a:gdLst/>
            <a:ahLst/>
            <a:cxnLst/>
            <a:rect l="l" t="t" r="r" b="b"/>
            <a:pathLst>
              <a:path w="1968500" h="355600">
                <a:moveTo>
                  <a:pt x="1866900" y="0"/>
                </a:moveTo>
                <a:lnTo>
                  <a:pt x="101600" y="0"/>
                </a:lnTo>
                <a:lnTo>
                  <a:pt x="62052" y="7984"/>
                </a:lnTo>
                <a:lnTo>
                  <a:pt x="29757" y="29757"/>
                </a:lnTo>
                <a:lnTo>
                  <a:pt x="7984" y="62052"/>
                </a:lnTo>
                <a:lnTo>
                  <a:pt x="0" y="101600"/>
                </a:lnTo>
                <a:lnTo>
                  <a:pt x="0" y="254000"/>
                </a:lnTo>
                <a:lnTo>
                  <a:pt x="7984" y="293547"/>
                </a:lnTo>
                <a:lnTo>
                  <a:pt x="29757" y="325842"/>
                </a:lnTo>
                <a:lnTo>
                  <a:pt x="62052" y="347615"/>
                </a:lnTo>
                <a:lnTo>
                  <a:pt x="101600" y="355600"/>
                </a:lnTo>
                <a:lnTo>
                  <a:pt x="1866900" y="355600"/>
                </a:lnTo>
                <a:lnTo>
                  <a:pt x="1906447" y="347615"/>
                </a:lnTo>
                <a:lnTo>
                  <a:pt x="1938742" y="325842"/>
                </a:lnTo>
                <a:lnTo>
                  <a:pt x="1960515" y="293547"/>
                </a:lnTo>
                <a:lnTo>
                  <a:pt x="1968500" y="254000"/>
                </a:lnTo>
                <a:lnTo>
                  <a:pt x="1968500" y="101600"/>
                </a:lnTo>
                <a:lnTo>
                  <a:pt x="1960515" y="62052"/>
                </a:lnTo>
                <a:lnTo>
                  <a:pt x="1938742" y="29757"/>
                </a:lnTo>
                <a:lnTo>
                  <a:pt x="1906447" y="7984"/>
                </a:lnTo>
                <a:lnTo>
                  <a:pt x="1866900" y="0"/>
                </a:lnTo>
                <a:close/>
              </a:path>
            </a:pathLst>
          </a:custGeom>
          <a:solidFill>
            <a:srgbClr val="FFFBEB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5" name="object 1555"/>
          <p:cNvSpPr/>
          <p:nvPr/>
        </p:nvSpPr>
        <p:spPr>
          <a:xfrm>
            <a:off x="2795750" y="9409299"/>
            <a:ext cx="1968500" cy="0"/>
          </a:xfrm>
          <a:custGeom>
            <a:avLst/>
            <a:gdLst/>
            <a:ahLst/>
            <a:cxnLst/>
            <a:rect l="l" t="t" r="r" b="b"/>
            <a:pathLst>
              <a:path w="1968500">
                <a:moveTo>
                  <a:pt x="0" y="0"/>
                </a:moveTo>
                <a:lnTo>
                  <a:pt x="1968500" y="0"/>
                </a:lnTo>
              </a:path>
            </a:pathLst>
          </a:custGeom>
          <a:ln w="7620">
            <a:solidFill>
              <a:srgbClr val="FDE689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56" name="object 1556"/>
          <p:cNvSpPr/>
          <p:nvPr/>
        </p:nvSpPr>
        <p:spPr>
          <a:xfrm>
            <a:off x="1035050" y="1586100"/>
            <a:ext cx="1600200" cy="292100"/>
          </a:xfrm>
          <a:custGeom>
            <a:avLst/>
            <a:gdLst/>
            <a:ahLst/>
            <a:cxnLst/>
            <a:rect l="l" t="t" r="r" b="b"/>
            <a:pathLst>
              <a:path w="1589405" h="292100">
                <a:moveTo>
                  <a:pt x="0" y="127000"/>
                </a:moveTo>
                <a:lnTo>
                  <a:pt x="0" y="0"/>
                </a:lnTo>
              </a:path>
              <a:path w="1589405" h="292100">
                <a:moveTo>
                  <a:pt x="0" y="0"/>
                </a:moveTo>
                <a:lnTo>
                  <a:pt x="1589250" y="0"/>
                </a:lnTo>
              </a:path>
              <a:path w="1589405" h="292100">
                <a:moveTo>
                  <a:pt x="1589250" y="0"/>
                </a:moveTo>
                <a:lnTo>
                  <a:pt x="1589250" y="292100"/>
                </a:lnTo>
              </a:path>
            </a:pathLst>
          </a:custGeom>
          <a:ln w="11430">
            <a:solidFill>
              <a:srgbClr val="111826"/>
            </a:solidFill>
          </a:ln>
        </p:spPr>
        <p:txBody>
          <a:bodyPr wrap="square" lIns="0" tIns="0" rIns="0" bIns="0" rtlCol="0"/>
          <a:lstStyle/>
          <a:p>
            <a:pPr algn="l" rtl="0"/>
            <a:endParaRPr/>
          </a:p>
        </p:txBody>
      </p:sp>
      <p:pic>
        <p:nvPicPr>
          <p:cNvPr id="1557" name="object 155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635250" y="1841500"/>
            <a:ext cx="88900" cy="104139"/>
          </a:xfrm>
          <a:prstGeom prst="rect">
            <a:avLst/>
          </a:prstGeom>
        </p:spPr>
      </p:pic>
      <p:sp>
        <p:nvSpPr>
          <p:cNvPr id="1558" name="object 1558"/>
          <p:cNvSpPr/>
          <p:nvPr/>
        </p:nvSpPr>
        <p:spPr>
          <a:xfrm>
            <a:off x="4921250" y="1890096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381000" y="381000"/>
                </a:moveTo>
                <a:lnTo>
                  <a:pt x="0" y="381000"/>
                </a:lnTo>
              </a:path>
              <a:path w="381000" h="381000">
                <a:moveTo>
                  <a:pt x="0" y="381000"/>
                </a:moveTo>
                <a:lnTo>
                  <a:pt x="0" y="0"/>
                </a:lnTo>
              </a:path>
            </a:pathLst>
          </a:custGeom>
          <a:ln w="11430">
            <a:solidFill>
              <a:srgbClr val="111826"/>
            </a:solidFill>
          </a:ln>
        </p:spPr>
        <p:txBody>
          <a:bodyPr wrap="square" lIns="0" tIns="0" rIns="0" bIns="0" rtlCol="0"/>
          <a:lstStyle/>
          <a:p>
            <a:pPr algn="l" rtl="0"/>
            <a:endParaRPr/>
          </a:p>
        </p:txBody>
      </p:sp>
      <p:pic>
        <p:nvPicPr>
          <p:cNvPr id="1559" name="object 1559"/>
          <p:cNvPicPr/>
          <p:nvPr/>
        </p:nvPicPr>
        <p:blipFill>
          <a:blip r:embed="rId3" cstate="print"/>
          <a:stretch>
            <a:fillRect/>
          </a:stretch>
        </p:blipFill>
        <p:spPr>
          <a:xfrm rot="3599463">
            <a:off x="4867920" y="1842662"/>
            <a:ext cx="88900" cy="104139"/>
          </a:xfrm>
          <a:prstGeom prst="rect">
            <a:avLst/>
          </a:prstGeom>
        </p:spPr>
      </p:pic>
      <p:sp>
        <p:nvSpPr>
          <p:cNvPr id="1560" name="object 1560"/>
          <p:cNvSpPr/>
          <p:nvPr/>
        </p:nvSpPr>
        <p:spPr>
          <a:xfrm>
            <a:off x="3780000" y="2920999"/>
            <a:ext cx="0" cy="444500"/>
          </a:xfrm>
          <a:custGeom>
            <a:avLst/>
            <a:gdLst/>
            <a:ahLst/>
            <a:cxnLst/>
            <a:rect l="l" t="t" r="r" b="b"/>
            <a:pathLst>
              <a:path h="444500">
                <a:moveTo>
                  <a:pt x="0" y="0"/>
                </a:moveTo>
                <a:lnTo>
                  <a:pt x="0" y="444500"/>
                </a:lnTo>
              </a:path>
            </a:pathLst>
          </a:custGeom>
          <a:ln w="10160">
            <a:solidFill>
              <a:srgbClr val="93A3B8"/>
            </a:solidFill>
          </a:ln>
        </p:spPr>
        <p:txBody>
          <a:bodyPr wrap="square" lIns="0" tIns="0" rIns="0" bIns="0" rtlCol="0"/>
          <a:lstStyle/>
          <a:p>
            <a:pPr algn="l" rtl="0"/>
            <a:endParaRPr/>
          </a:p>
        </p:txBody>
      </p:sp>
      <p:sp>
        <p:nvSpPr>
          <p:cNvPr id="1562" name="object 1562"/>
          <p:cNvSpPr txBox="1"/>
          <p:nvPr/>
        </p:nvSpPr>
        <p:spPr>
          <a:xfrm>
            <a:off x="3818099" y="3022600"/>
            <a:ext cx="378460" cy="3225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10" dirty="0">
                <a:solidFill>
                  <a:srgbClr val="6B7280"/>
                </a:solidFill>
                <a:latin typeface="Lucida Sans Unicode"/>
                <a:cs typeface="Lucida Sans Unicode"/>
              </a:rPr>
              <a:t>possède</a:t>
            </a:r>
            <a:endParaRPr sz="6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720"/>
              </a:spcBef>
            </a:pPr>
            <a:r>
              <a:rPr sz="700" spc="-20" dirty="0">
                <a:solidFill>
                  <a:srgbClr val="6B7280"/>
                </a:solidFill>
                <a:latin typeface="Lucida Sans Unicode"/>
                <a:cs typeface="Lucida Sans Unicode"/>
              </a:rPr>
              <a:t>0..*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1563" name="object 1563"/>
          <p:cNvSpPr/>
          <p:nvPr/>
        </p:nvSpPr>
        <p:spPr>
          <a:xfrm>
            <a:off x="4845050" y="2570350"/>
            <a:ext cx="228600" cy="317500"/>
          </a:xfrm>
          <a:custGeom>
            <a:avLst/>
            <a:gdLst/>
            <a:ahLst/>
            <a:cxnLst/>
            <a:rect l="l" t="t" r="r" b="b"/>
            <a:pathLst>
              <a:path w="228600" h="317500">
                <a:moveTo>
                  <a:pt x="0" y="0"/>
                </a:moveTo>
                <a:lnTo>
                  <a:pt x="228600" y="0"/>
                </a:lnTo>
                <a:lnTo>
                  <a:pt x="228600" y="317500"/>
                </a:lnTo>
                <a:lnTo>
                  <a:pt x="0" y="317500"/>
                </a:lnTo>
              </a:path>
            </a:pathLst>
          </a:custGeom>
          <a:ln w="8890">
            <a:solidFill>
              <a:srgbClr val="93A3B8"/>
            </a:solidFill>
            <a:prstDash val="dash"/>
          </a:ln>
        </p:spPr>
        <p:txBody>
          <a:bodyPr wrap="square" lIns="0" tIns="0" rIns="0" bIns="0" rtlCol="0"/>
          <a:lstStyle/>
          <a:p>
            <a:pPr algn="l" rtl="0"/>
            <a:endParaRPr/>
          </a:p>
        </p:txBody>
      </p:sp>
      <p:sp>
        <p:nvSpPr>
          <p:cNvPr id="1564" name="object 1564"/>
          <p:cNvSpPr txBox="1"/>
          <p:nvPr/>
        </p:nvSpPr>
        <p:spPr>
          <a:xfrm>
            <a:off x="5100799" y="3022600"/>
            <a:ext cx="415925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10" dirty="0">
                <a:solidFill>
                  <a:srgbClr val="6B7280"/>
                </a:solidFill>
                <a:latin typeface="Lucida Sans Unicode"/>
                <a:cs typeface="Lucida Sans Unicode"/>
              </a:rPr>
              <a:t>collabore</a:t>
            </a:r>
            <a:endParaRPr sz="650">
              <a:latin typeface="Lucida Sans Unicode"/>
              <a:cs typeface="Lucida Sans Unicode"/>
            </a:endParaRPr>
          </a:p>
        </p:txBody>
      </p:sp>
      <p:sp>
        <p:nvSpPr>
          <p:cNvPr id="1565" name="object 1565"/>
          <p:cNvSpPr txBox="1"/>
          <p:nvPr/>
        </p:nvSpPr>
        <p:spPr>
          <a:xfrm>
            <a:off x="5100799" y="2514600"/>
            <a:ext cx="16192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25" dirty="0">
                <a:solidFill>
                  <a:srgbClr val="6B7280"/>
                </a:solidFill>
                <a:latin typeface="Lucida Sans Unicode"/>
                <a:cs typeface="Lucida Sans Unicode"/>
              </a:rPr>
              <a:t>0..*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1566" name="object 1566"/>
          <p:cNvSpPr txBox="1"/>
          <p:nvPr/>
        </p:nvSpPr>
        <p:spPr>
          <a:xfrm>
            <a:off x="4859499" y="2705100"/>
            <a:ext cx="224154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100"/>
              </a:spcBef>
            </a:pPr>
            <a:r>
              <a:rPr sz="700" spc="-20" dirty="0">
                <a:solidFill>
                  <a:srgbClr val="6B7280"/>
                </a:solidFill>
                <a:latin typeface="Lucida Sans Unicode"/>
                <a:cs typeface="Lucida Sans Unicode"/>
              </a:rPr>
              <a:t>0..*</a:t>
            </a:r>
            <a:endParaRPr sz="700">
              <a:latin typeface="Lucida Sans Unicode"/>
              <a:cs typeface="Lucida Sans Unicode"/>
            </a:endParaRPr>
          </a:p>
        </p:txBody>
      </p:sp>
      <p:grpSp>
        <p:nvGrpSpPr>
          <p:cNvPr id="1567" name="object 1567"/>
          <p:cNvGrpSpPr/>
          <p:nvPr/>
        </p:nvGrpSpPr>
        <p:grpSpPr>
          <a:xfrm>
            <a:off x="2217420" y="5281800"/>
            <a:ext cx="783590" cy="1682879"/>
            <a:chOff x="2217420" y="4439919"/>
            <a:chExt cx="511175" cy="2524760"/>
          </a:xfrm>
        </p:grpSpPr>
        <p:sp>
          <p:nvSpPr>
            <p:cNvPr id="1568" name="object 1568"/>
            <p:cNvSpPr/>
            <p:nvPr/>
          </p:nvSpPr>
          <p:spPr>
            <a:xfrm>
              <a:off x="2222500" y="4444999"/>
              <a:ext cx="478155" cy="2514600"/>
            </a:xfrm>
            <a:custGeom>
              <a:avLst/>
              <a:gdLst/>
              <a:ahLst/>
              <a:cxnLst/>
              <a:rect l="l" t="t" r="r" b="b"/>
              <a:pathLst>
                <a:path w="478155" h="2514600">
                  <a:moveTo>
                    <a:pt x="0" y="2514600"/>
                  </a:moveTo>
                  <a:lnTo>
                    <a:pt x="478000" y="2514600"/>
                  </a:lnTo>
                </a:path>
                <a:path w="478155" h="2514600">
                  <a:moveTo>
                    <a:pt x="478000" y="2514600"/>
                  </a:moveTo>
                  <a:lnTo>
                    <a:pt x="478000" y="0"/>
                  </a:lnTo>
                </a:path>
              </a:pathLst>
            </a:custGeom>
            <a:ln w="10160">
              <a:solidFill>
                <a:srgbClr val="93A3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69" name="object 1569"/>
            <p:cNvSpPr/>
            <p:nvPr/>
          </p:nvSpPr>
          <p:spPr>
            <a:xfrm>
              <a:off x="2672560" y="4444999"/>
              <a:ext cx="55880" cy="50800"/>
            </a:xfrm>
            <a:custGeom>
              <a:avLst/>
              <a:gdLst/>
              <a:ahLst/>
              <a:cxnLst/>
              <a:rect l="l" t="t" r="r" b="b"/>
              <a:pathLst>
                <a:path w="55880" h="50800">
                  <a:moveTo>
                    <a:pt x="27939" y="0"/>
                  </a:moveTo>
                  <a:lnTo>
                    <a:pt x="0" y="50800"/>
                  </a:lnTo>
                  <a:lnTo>
                    <a:pt x="55879" y="50800"/>
                  </a:lnTo>
                  <a:lnTo>
                    <a:pt x="27939" y="0"/>
                  </a:lnTo>
                  <a:close/>
                </a:path>
              </a:pathLst>
            </a:custGeom>
            <a:solidFill>
              <a:srgbClr val="93A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70" name="object 1570"/>
          <p:cNvSpPr txBox="1"/>
          <p:nvPr/>
        </p:nvSpPr>
        <p:spPr>
          <a:xfrm>
            <a:off x="2940050" y="6851520"/>
            <a:ext cx="365760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10" dirty="0">
                <a:solidFill>
                  <a:srgbClr val="6B7280"/>
                </a:solidFill>
                <a:latin typeface="Lucida Sans Unicode"/>
                <a:cs typeface="Lucida Sans Unicode"/>
              </a:rPr>
              <a:t>contient</a:t>
            </a:r>
            <a:endParaRPr sz="650" dirty="0">
              <a:latin typeface="Lucida Sans Unicode"/>
              <a:cs typeface="Lucida Sans Unicode"/>
            </a:endParaRPr>
          </a:p>
        </p:txBody>
      </p:sp>
      <p:sp>
        <p:nvSpPr>
          <p:cNvPr id="1571" name="object 1571"/>
          <p:cNvSpPr txBox="1"/>
          <p:nvPr/>
        </p:nvSpPr>
        <p:spPr>
          <a:xfrm>
            <a:off x="3016250" y="5347840"/>
            <a:ext cx="5397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170" dirty="0">
                <a:solidFill>
                  <a:srgbClr val="6B7280"/>
                </a:solidFill>
                <a:latin typeface="Lucida Sans Unicode"/>
                <a:cs typeface="Lucida Sans Unicode"/>
              </a:rPr>
              <a:t>1</a:t>
            </a:r>
            <a:endParaRPr sz="700" dirty="0">
              <a:latin typeface="Lucida Sans Unicode"/>
              <a:cs typeface="Lucida Sans Unicode"/>
            </a:endParaRPr>
          </a:p>
        </p:txBody>
      </p:sp>
      <p:sp>
        <p:nvSpPr>
          <p:cNvPr id="1572" name="object 1572"/>
          <p:cNvSpPr txBox="1"/>
          <p:nvPr/>
        </p:nvSpPr>
        <p:spPr>
          <a:xfrm>
            <a:off x="1828800" y="6807200"/>
            <a:ext cx="16192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25" dirty="0">
                <a:solidFill>
                  <a:srgbClr val="6B7280"/>
                </a:solidFill>
                <a:latin typeface="Lucida Sans Unicode"/>
                <a:cs typeface="Lucida Sans Unicode"/>
              </a:rPr>
              <a:t>0..*</a:t>
            </a:r>
            <a:endParaRPr sz="700">
              <a:latin typeface="Lucida Sans Unicode"/>
              <a:cs typeface="Lucida Sans Unicode"/>
            </a:endParaRPr>
          </a:p>
        </p:txBody>
      </p:sp>
      <p:grpSp>
        <p:nvGrpSpPr>
          <p:cNvPr id="1573" name="object 1573"/>
          <p:cNvGrpSpPr/>
          <p:nvPr/>
        </p:nvGrpSpPr>
        <p:grpSpPr>
          <a:xfrm>
            <a:off x="4854419" y="4439919"/>
            <a:ext cx="414020" cy="2207260"/>
            <a:chOff x="4854419" y="4439919"/>
            <a:chExt cx="414020" cy="2207260"/>
          </a:xfrm>
        </p:grpSpPr>
        <p:sp>
          <p:nvSpPr>
            <p:cNvPr id="1574" name="object 1574"/>
            <p:cNvSpPr/>
            <p:nvPr/>
          </p:nvSpPr>
          <p:spPr>
            <a:xfrm>
              <a:off x="4859499" y="4444999"/>
              <a:ext cx="381000" cy="2197100"/>
            </a:xfrm>
            <a:custGeom>
              <a:avLst/>
              <a:gdLst/>
              <a:ahLst/>
              <a:cxnLst/>
              <a:rect l="l" t="t" r="r" b="b"/>
              <a:pathLst>
                <a:path w="381000" h="2197100">
                  <a:moveTo>
                    <a:pt x="0" y="0"/>
                  </a:moveTo>
                  <a:lnTo>
                    <a:pt x="381000" y="0"/>
                  </a:lnTo>
                </a:path>
                <a:path w="381000" h="2197100">
                  <a:moveTo>
                    <a:pt x="381000" y="0"/>
                  </a:moveTo>
                  <a:lnTo>
                    <a:pt x="381000" y="2197100"/>
                  </a:lnTo>
                </a:path>
              </a:pathLst>
            </a:custGeom>
            <a:ln w="10160">
              <a:solidFill>
                <a:srgbClr val="93A3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75" name="object 1575"/>
            <p:cNvSpPr/>
            <p:nvPr/>
          </p:nvSpPr>
          <p:spPr>
            <a:xfrm>
              <a:off x="5212559" y="6591299"/>
              <a:ext cx="55880" cy="50800"/>
            </a:xfrm>
            <a:custGeom>
              <a:avLst/>
              <a:gdLst/>
              <a:ahLst/>
              <a:cxnLst/>
              <a:rect l="l" t="t" r="r" b="b"/>
              <a:pathLst>
                <a:path w="55879" h="50800">
                  <a:moveTo>
                    <a:pt x="55880" y="0"/>
                  </a:moveTo>
                  <a:lnTo>
                    <a:pt x="0" y="0"/>
                  </a:lnTo>
                  <a:lnTo>
                    <a:pt x="27940" y="50799"/>
                  </a:lnTo>
                  <a:lnTo>
                    <a:pt x="55880" y="0"/>
                  </a:lnTo>
                  <a:close/>
                </a:path>
              </a:pathLst>
            </a:custGeom>
            <a:solidFill>
              <a:srgbClr val="93A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76" name="object 1576"/>
          <p:cNvSpPr txBox="1"/>
          <p:nvPr/>
        </p:nvSpPr>
        <p:spPr>
          <a:xfrm>
            <a:off x="4897599" y="4311649"/>
            <a:ext cx="318770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-10" dirty="0">
                <a:solidFill>
                  <a:srgbClr val="6B7280"/>
                </a:solidFill>
                <a:latin typeface="Lucida Sans Unicode"/>
                <a:cs typeface="Lucida Sans Unicode"/>
              </a:rPr>
              <a:t>génère</a:t>
            </a:r>
            <a:endParaRPr sz="650">
              <a:latin typeface="Lucida Sans Unicode"/>
              <a:cs typeface="Lucida Sans Unicode"/>
            </a:endParaRPr>
          </a:p>
        </p:txBody>
      </p:sp>
      <p:sp>
        <p:nvSpPr>
          <p:cNvPr id="1577" name="object 1577"/>
          <p:cNvSpPr txBox="1"/>
          <p:nvPr/>
        </p:nvSpPr>
        <p:spPr>
          <a:xfrm>
            <a:off x="4872199" y="4444999"/>
            <a:ext cx="5397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170" dirty="0">
                <a:solidFill>
                  <a:srgbClr val="6B7280"/>
                </a:solidFill>
                <a:latin typeface="Lucida Sans Unicode"/>
                <a:cs typeface="Lucida Sans Unicode"/>
              </a:rPr>
              <a:t>1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1578" name="object 1578"/>
          <p:cNvSpPr txBox="1"/>
          <p:nvPr/>
        </p:nvSpPr>
        <p:spPr>
          <a:xfrm>
            <a:off x="4973799" y="6489699"/>
            <a:ext cx="161925" cy="1320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00" spc="-25" dirty="0">
                <a:solidFill>
                  <a:srgbClr val="6B7280"/>
                </a:solidFill>
                <a:latin typeface="Lucida Sans Unicode"/>
                <a:cs typeface="Lucida Sans Unicode"/>
              </a:rPr>
              <a:t>0..*</a:t>
            </a:r>
            <a:endParaRPr sz="700">
              <a:latin typeface="Lucida Sans Unicode"/>
              <a:cs typeface="Lucida Sans Unicode"/>
            </a:endParaRPr>
          </a:p>
        </p:txBody>
      </p:sp>
      <p:grpSp>
        <p:nvGrpSpPr>
          <p:cNvPr id="1579" name="object 1579"/>
          <p:cNvGrpSpPr/>
          <p:nvPr/>
        </p:nvGrpSpPr>
        <p:grpSpPr>
          <a:xfrm>
            <a:off x="1233169" y="7995919"/>
            <a:ext cx="2574925" cy="1108710"/>
            <a:chOff x="1233169" y="7995919"/>
            <a:chExt cx="2574925" cy="1108710"/>
          </a:xfrm>
        </p:grpSpPr>
        <p:sp>
          <p:nvSpPr>
            <p:cNvPr id="1580" name="object 1580"/>
            <p:cNvSpPr/>
            <p:nvPr/>
          </p:nvSpPr>
          <p:spPr>
            <a:xfrm>
              <a:off x="1238249" y="8000999"/>
              <a:ext cx="2541905" cy="1052830"/>
            </a:xfrm>
            <a:custGeom>
              <a:avLst/>
              <a:gdLst/>
              <a:ahLst/>
              <a:cxnLst/>
              <a:rect l="l" t="t" r="r" b="b"/>
              <a:pathLst>
                <a:path w="2541904" h="1052829">
                  <a:moveTo>
                    <a:pt x="0" y="0"/>
                  </a:moveTo>
                  <a:lnTo>
                    <a:pt x="0" y="526350"/>
                  </a:lnTo>
                </a:path>
                <a:path w="2541904" h="1052829">
                  <a:moveTo>
                    <a:pt x="0" y="526350"/>
                  </a:moveTo>
                  <a:lnTo>
                    <a:pt x="2541750" y="526350"/>
                  </a:lnTo>
                </a:path>
                <a:path w="2541904" h="1052829">
                  <a:moveTo>
                    <a:pt x="2541750" y="526350"/>
                  </a:moveTo>
                  <a:lnTo>
                    <a:pt x="2541750" y="1052700"/>
                  </a:lnTo>
                </a:path>
              </a:pathLst>
            </a:custGeom>
            <a:ln w="10160">
              <a:solidFill>
                <a:srgbClr val="93A3B8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1" name="object 1581"/>
            <p:cNvSpPr/>
            <p:nvPr/>
          </p:nvSpPr>
          <p:spPr>
            <a:xfrm>
              <a:off x="3752060" y="9053700"/>
              <a:ext cx="55880" cy="50800"/>
            </a:xfrm>
            <a:custGeom>
              <a:avLst/>
              <a:gdLst/>
              <a:ahLst/>
              <a:cxnLst/>
              <a:rect l="l" t="t" r="r" b="b"/>
              <a:pathLst>
                <a:path w="55879" h="50800">
                  <a:moveTo>
                    <a:pt x="27940" y="0"/>
                  </a:moveTo>
                  <a:lnTo>
                    <a:pt x="0" y="50800"/>
                  </a:lnTo>
                  <a:lnTo>
                    <a:pt x="55880" y="50800"/>
                  </a:lnTo>
                  <a:lnTo>
                    <a:pt x="27940" y="0"/>
                  </a:lnTo>
                  <a:close/>
                </a:path>
              </a:pathLst>
            </a:custGeom>
            <a:solidFill>
              <a:srgbClr val="93A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82" name="object 1582"/>
          <p:cNvSpPr txBox="1"/>
          <p:nvPr/>
        </p:nvSpPr>
        <p:spPr>
          <a:xfrm>
            <a:off x="2151076" y="8394000"/>
            <a:ext cx="716280" cy="1244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50" spc="10" dirty="0">
                <a:solidFill>
                  <a:srgbClr val="6B7280"/>
                </a:solidFill>
                <a:latin typeface="Lucida Sans Unicode"/>
                <a:cs typeface="Lucida Sans Unicode"/>
              </a:rPr>
              <a:t>est</a:t>
            </a:r>
            <a:r>
              <a:rPr sz="650" spc="25" dirty="0">
                <a:solidFill>
                  <a:srgbClr val="6B7280"/>
                </a:solidFill>
                <a:latin typeface="Lucida Sans Unicode"/>
                <a:cs typeface="Lucida Sans Unicode"/>
              </a:rPr>
              <a:t> </a:t>
            </a:r>
            <a:r>
              <a:rPr sz="650" spc="10" dirty="0">
                <a:solidFill>
                  <a:srgbClr val="6B7280"/>
                </a:solidFill>
                <a:latin typeface="Lucida Sans Unicode"/>
                <a:cs typeface="Lucida Sans Unicode"/>
              </a:rPr>
              <a:t>classée</a:t>
            </a:r>
            <a:r>
              <a:rPr sz="650" spc="25" dirty="0">
                <a:solidFill>
                  <a:srgbClr val="6B7280"/>
                </a:solidFill>
                <a:latin typeface="Lucida Sans Unicode"/>
                <a:cs typeface="Lucida Sans Unicode"/>
              </a:rPr>
              <a:t> </a:t>
            </a:r>
            <a:r>
              <a:rPr sz="650" spc="-20" dirty="0">
                <a:solidFill>
                  <a:srgbClr val="6B7280"/>
                </a:solidFill>
                <a:latin typeface="Lucida Sans Unicode"/>
                <a:cs typeface="Lucida Sans Unicode"/>
              </a:rPr>
              <a:t>dans</a:t>
            </a:r>
            <a:endParaRPr sz="650">
              <a:latin typeface="Lucida Sans Unicode"/>
              <a:cs typeface="Lucida Sans Unicode"/>
            </a:endParaRPr>
          </a:p>
        </p:txBody>
      </p:sp>
      <p:sp>
        <p:nvSpPr>
          <p:cNvPr id="1583" name="object 1583"/>
          <p:cNvSpPr txBox="1"/>
          <p:nvPr/>
        </p:nvSpPr>
        <p:spPr>
          <a:xfrm>
            <a:off x="342900" y="7156450"/>
            <a:ext cx="1577340" cy="9512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50" dirty="0">
                <a:solidFill>
                  <a:srgbClr val="111826"/>
                </a:solidFill>
                <a:latin typeface="Lucida Sans Unicode"/>
                <a:cs typeface="Lucida Sans Unicode"/>
              </a:rPr>
              <a:t>+type</a:t>
            </a:r>
            <a:r>
              <a:rPr sz="750" spc="10" dirty="0">
                <a:solidFill>
                  <a:srgbClr val="111826"/>
                </a:solidFill>
                <a:latin typeface="Lucida Sans Unicode"/>
                <a:cs typeface="Lucida Sans Unicode"/>
              </a:rPr>
              <a:t> </a:t>
            </a:r>
            <a:r>
              <a:rPr sz="750" spc="-85" dirty="0">
                <a:solidFill>
                  <a:srgbClr val="111826"/>
                </a:solidFill>
                <a:latin typeface="Lucida Sans Unicode"/>
                <a:cs typeface="Lucida Sans Unicode"/>
              </a:rPr>
              <a:t>:</a:t>
            </a:r>
            <a:r>
              <a:rPr sz="750" spc="10" dirty="0">
                <a:solidFill>
                  <a:srgbClr val="111826"/>
                </a:solidFill>
                <a:latin typeface="Lucida Sans Unicode"/>
                <a:cs typeface="Lucida Sans Unicode"/>
              </a:rPr>
              <a:t> </a:t>
            </a:r>
            <a:r>
              <a:rPr sz="750" dirty="0">
                <a:solidFill>
                  <a:srgbClr val="111826"/>
                </a:solidFill>
                <a:latin typeface="Lucida Sans Unicode"/>
                <a:cs typeface="Lucida Sans Unicode"/>
              </a:rPr>
              <a:t>String</a:t>
            </a:r>
            <a:r>
              <a:rPr sz="750" spc="10" dirty="0">
                <a:solidFill>
                  <a:srgbClr val="111826"/>
                </a:solidFill>
                <a:latin typeface="Lucida Sans Unicode"/>
                <a:cs typeface="Lucida Sans Unicode"/>
              </a:rPr>
              <a:t> </a:t>
            </a:r>
            <a:r>
              <a:rPr sz="750" dirty="0">
                <a:solidFill>
                  <a:srgbClr val="111826"/>
                </a:solidFill>
                <a:latin typeface="Lucida Sans Unicode"/>
                <a:cs typeface="Lucida Sans Unicode"/>
              </a:rPr>
              <a:t>{Revenu,</a:t>
            </a:r>
            <a:r>
              <a:rPr sz="750" spc="10" dirty="0">
                <a:solidFill>
                  <a:srgbClr val="111826"/>
                </a:solidFill>
                <a:latin typeface="Lucida Sans Unicode"/>
                <a:cs typeface="Lucida Sans Unicode"/>
              </a:rPr>
              <a:t> </a:t>
            </a:r>
            <a:r>
              <a:rPr sz="750" spc="-10" dirty="0">
                <a:solidFill>
                  <a:srgbClr val="111826"/>
                </a:solidFill>
                <a:latin typeface="Lucida Sans Unicode"/>
                <a:cs typeface="Lucida Sans Unicode"/>
              </a:rPr>
              <a:t>Dépense}</a:t>
            </a:r>
            <a:endParaRPr sz="75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1045"/>
              </a:spcBef>
            </a:pPr>
            <a:endParaRPr sz="7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</a:pPr>
            <a:r>
              <a:rPr sz="750" spc="-10" dirty="0">
                <a:solidFill>
                  <a:srgbClr val="2462EB"/>
                </a:solidFill>
                <a:latin typeface="Lucida Sans Unicode"/>
                <a:cs typeface="Lucida Sans Unicode"/>
              </a:rPr>
              <a:t>+modifier()</a:t>
            </a:r>
            <a:endParaRPr sz="7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750" spc="-10" dirty="0">
                <a:solidFill>
                  <a:srgbClr val="2462EB"/>
                </a:solidFill>
                <a:latin typeface="Lucida Sans Unicode"/>
                <a:cs typeface="Lucida Sans Unicode"/>
              </a:rPr>
              <a:t>+supprimer()</a:t>
            </a:r>
            <a:endParaRPr sz="750">
              <a:latin typeface="Lucida Sans Unicode"/>
              <a:cs typeface="Lucida Sans Unicode"/>
            </a:endParaRPr>
          </a:p>
          <a:p>
            <a:pPr marL="332740" algn="ctr">
              <a:lnSpc>
                <a:spcPct val="100000"/>
              </a:lnSpc>
              <a:spcBef>
                <a:spcPts val="950"/>
              </a:spcBef>
            </a:pPr>
            <a:r>
              <a:rPr sz="700" spc="-50" dirty="0">
                <a:solidFill>
                  <a:srgbClr val="6B7280"/>
                </a:solidFill>
                <a:latin typeface="Lucida Sans Unicode"/>
                <a:cs typeface="Lucida Sans Unicode"/>
              </a:rPr>
              <a:t>*</a:t>
            </a:r>
            <a:endParaRPr sz="700">
              <a:latin typeface="Lucida Sans Unicode"/>
              <a:cs typeface="Lucida Sans Unicode"/>
            </a:endParaRPr>
          </a:p>
        </p:txBody>
      </p:sp>
      <p:sp>
        <p:nvSpPr>
          <p:cNvPr id="1584" name="object 1584"/>
          <p:cNvSpPr txBox="1"/>
          <p:nvPr/>
        </p:nvSpPr>
        <p:spPr>
          <a:xfrm>
            <a:off x="2884650" y="8901300"/>
            <a:ext cx="1200785" cy="11620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230504" algn="r">
              <a:lnSpc>
                <a:spcPct val="100000"/>
              </a:lnSpc>
              <a:spcBef>
                <a:spcPts val="100"/>
              </a:spcBef>
            </a:pPr>
            <a:r>
              <a:rPr sz="700" spc="-50" dirty="0">
                <a:solidFill>
                  <a:srgbClr val="6B7280"/>
                </a:solidFill>
                <a:latin typeface="Lucida Sans Unicode"/>
                <a:cs typeface="Lucida Sans Unicode"/>
              </a:rPr>
              <a:t>1</a:t>
            </a:r>
            <a:endParaRPr sz="700">
              <a:latin typeface="Lucida Sans Unicode"/>
              <a:cs typeface="Lucida Sans Unicode"/>
            </a:endParaRPr>
          </a:p>
          <a:p>
            <a:pPr marL="602615">
              <a:lnSpc>
                <a:spcPct val="100000"/>
              </a:lnSpc>
              <a:spcBef>
                <a:spcPts val="1060"/>
              </a:spcBef>
            </a:pPr>
            <a:r>
              <a:rPr sz="900" spc="-25" dirty="0">
                <a:solidFill>
                  <a:srgbClr val="D87705"/>
                </a:solidFill>
                <a:latin typeface="Arial Black"/>
                <a:cs typeface="Arial Black"/>
              </a:rPr>
              <a:t>Catégorie</a:t>
            </a:r>
            <a:endParaRPr sz="900">
              <a:latin typeface="Arial Black"/>
              <a:cs typeface="Arial Black"/>
            </a:endParaRPr>
          </a:p>
          <a:p>
            <a:pPr>
              <a:lnSpc>
                <a:spcPct val="100000"/>
              </a:lnSpc>
              <a:spcBef>
                <a:spcPts val="800"/>
              </a:spcBef>
            </a:pPr>
            <a:endParaRPr sz="900">
              <a:latin typeface="Arial Black"/>
              <a:cs typeface="Arial Black"/>
            </a:endParaRPr>
          </a:p>
          <a:p>
            <a:pPr marL="12700">
              <a:lnSpc>
                <a:spcPct val="100000"/>
              </a:lnSpc>
            </a:pPr>
            <a:r>
              <a:rPr sz="750" spc="-40" dirty="0">
                <a:solidFill>
                  <a:srgbClr val="111826"/>
                </a:solidFill>
                <a:latin typeface="Lucida Sans Unicode"/>
                <a:cs typeface="Lucida Sans Unicode"/>
              </a:rPr>
              <a:t>+id</a:t>
            </a:r>
            <a:r>
              <a:rPr sz="750" spc="-25" dirty="0">
                <a:solidFill>
                  <a:srgbClr val="111826"/>
                </a:solidFill>
                <a:latin typeface="Lucida Sans Unicode"/>
                <a:cs typeface="Lucida Sans Unicode"/>
              </a:rPr>
              <a:t> </a:t>
            </a:r>
            <a:r>
              <a:rPr sz="750" spc="-85" dirty="0">
                <a:solidFill>
                  <a:srgbClr val="111826"/>
                </a:solidFill>
                <a:latin typeface="Lucida Sans Unicode"/>
                <a:cs typeface="Lucida Sans Unicode"/>
              </a:rPr>
              <a:t>:</a:t>
            </a:r>
            <a:r>
              <a:rPr sz="750" spc="-20" dirty="0">
                <a:solidFill>
                  <a:srgbClr val="111826"/>
                </a:solidFill>
                <a:latin typeface="Lucida Sans Unicode"/>
                <a:cs typeface="Lucida Sans Unicode"/>
              </a:rPr>
              <a:t> </a:t>
            </a:r>
            <a:r>
              <a:rPr sz="750" spc="-10" dirty="0">
                <a:solidFill>
                  <a:srgbClr val="111826"/>
                </a:solidFill>
                <a:latin typeface="Lucida Sans Unicode"/>
                <a:cs typeface="Lucida Sans Unicode"/>
              </a:rPr>
              <a:t>Integer</a:t>
            </a:r>
            <a:endParaRPr sz="7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750" dirty="0">
                <a:solidFill>
                  <a:srgbClr val="111826"/>
                </a:solidFill>
                <a:latin typeface="Lucida Sans Unicode"/>
                <a:cs typeface="Lucida Sans Unicode"/>
              </a:rPr>
              <a:t>+nom</a:t>
            </a:r>
            <a:r>
              <a:rPr sz="750" spc="-40" dirty="0">
                <a:solidFill>
                  <a:srgbClr val="111826"/>
                </a:solidFill>
                <a:latin typeface="Lucida Sans Unicode"/>
                <a:cs typeface="Lucida Sans Unicode"/>
              </a:rPr>
              <a:t> </a:t>
            </a:r>
            <a:r>
              <a:rPr sz="750" spc="-85" dirty="0">
                <a:solidFill>
                  <a:srgbClr val="111826"/>
                </a:solidFill>
                <a:latin typeface="Lucida Sans Unicode"/>
                <a:cs typeface="Lucida Sans Unicode"/>
              </a:rPr>
              <a:t>:</a:t>
            </a:r>
            <a:r>
              <a:rPr sz="750" spc="-35" dirty="0">
                <a:solidFill>
                  <a:srgbClr val="111826"/>
                </a:solidFill>
                <a:latin typeface="Lucida Sans Unicode"/>
                <a:cs typeface="Lucida Sans Unicode"/>
              </a:rPr>
              <a:t> </a:t>
            </a:r>
            <a:r>
              <a:rPr sz="750" spc="-10" dirty="0">
                <a:solidFill>
                  <a:srgbClr val="111826"/>
                </a:solidFill>
                <a:latin typeface="Lucida Sans Unicode"/>
                <a:cs typeface="Lucida Sans Unicode"/>
              </a:rPr>
              <a:t>String</a:t>
            </a:r>
            <a:endParaRPr sz="750">
              <a:latin typeface="Lucida Sans Unicode"/>
              <a:cs typeface="Lucida Sans Unicode"/>
            </a:endParaRPr>
          </a:p>
          <a:p>
            <a:pPr marL="12700">
              <a:lnSpc>
                <a:spcPct val="100000"/>
              </a:lnSpc>
              <a:spcBef>
                <a:spcPts val="600"/>
              </a:spcBef>
            </a:pPr>
            <a:r>
              <a:rPr sz="750" dirty="0">
                <a:solidFill>
                  <a:srgbClr val="111826"/>
                </a:solidFill>
                <a:latin typeface="Lucida Sans Unicode"/>
                <a:cs typeface="Lucida Sans Unicode"/>
              </a:rPr>
              <a:t>+icone</a:t>
            </a:r>
            <a:r>
              <a:rPr sz="750" spc="-25" dirty="0">
                <a:solidFill>
                  <a:srgbClr val="111826"/>
                </a:solidFill>
                <a:latin typeface="Lucida Sans Unicode"/>
                <a:cs typeface="Lucida Sans Unicode"/>
              </a:rPr>
              <a:t> </a:t>
            </a:r>
            <a:r>
              <a:rPr sz="750" spc="-85" dirty="0">
                <a:solidFill>
                  <a:srgbClr val="111826"/>
                </a:solidFill>
                <a:latin typeface="Lucida Sans Unicode"/>
                <a:cs typeface="Lucida Sans Unicode"/>
              </a:rPr>
              <a:t>:</a:t>
            </a:r>
            <a:r>
              <a:rPr sz="750" spc="-25" dirty="0">
                <a:solidFill>
                  <a:srgbClr val="111826"/>
                </a:solidFill>
                <a:latin typeface="Lucida Sans Unicode"/>
                <a:cs typeface="Lucida Sans Unicode"/>
              </a:rPr>
              <a:t> </a:t>
            </a:r>
            <a:r>
              <a:rPr sz="750" spc="-10" dirty="0">
                <a:solidFill>
                  <a:srgbClr val="111826"/>
                </a:solidFill>
                <a:latin typeface="Lucida Sans Unicode"/>
                <a:cs typeface="Lucida Sans Unicode"/>
              </a:rPr>
              <a:t>String</a:t>
            </a:r>
            <a:endParaRPr sz="750">
              <a:latin typeface="Lucida Sans Unicode"/>
              <a:cs typeface="Lucida Sans Unicode"/>
            </a:endParaRPr>
          </a:p>
        </p:txBody>
      </p:sp>
      <p:grpSp>
        <p:nvGrpSpPr>
          <p:cNvPr id="1585" name="object 1585"/>
          <p:cNvGrpSpPr/>
          <p:nvPr/>
        </p:nvGrpSpPr>
        <p:grpSpPr>
          <a:xfrm>
            <a:off x="873125" y="1520824"/>
            <a:ext cx="463550" cy="158750"/>
            <a:chOff x="873125" y="1520824"/>
            <a:chExt cx="463550" cy="158750"/>
          </a:xfrm>
        </p:grpSpPr>
        <p:sp>
          <p:nvSpPr>
            <p:cNvPr id="1586" name="object 1586"/>
            <p:cNvSpPr/>
            <p:nvPr/>
          </p:nvSpPr>
          <p:spPr>
            <a:xfrm>
              <a:off x="876300" y="1523999"/>
              <a:ext cx="457200" cy="152400"/>
            </a:xfrm>
            <a:custGeom>
              <a:avLst/>
              <a:gdLst/>
              <a:ahLst/>
              <a:cxnLst/>
              <a:rect l="l" t="t" r="r" b="b"/>
              <a:pathLst>
                <a:path w="457200" h="152400">
                  <a:moveTo>
                    <a:pt x="381000" y="0"/>
                  </a:moveTo>
                  <a:lnTo>
                    <a:pt x="76200" y="0"/>
                  </a:lnTo>
                  <a:lnTo>
                    <a:pt x="46539" y="5988"/>
                  </a:lnTo>
                  <a:lnTo>
                    <a:pt x="22318" y="22318"/>
                  </a:lnTo>
                  <a:lnTo>
                    <a:pt x="5988" y="46539"/>
                  </a:lnTo>
                  <a:lnTo>
                    <a:pt x="0" y="76200"/>
                  </a:lnTo>
                  <a:lnTo>
                    <a:pt x="5988" y="105860"/>
                  </a:lnTo>
                  <a:lnTo>
                    <a:pt x="22318" y="130081"/>
                  </a:lnTo>
                  <a:lnTo>
                    <a:pt x="46539" y="146411"/>
                  </a:lnTo>
                  <a:lnTo>
                    <a:pt x="76200" y="152400"/>
                  </a:lnTo>
                  <a:lnTo>
                    <a:pt x="381000" y="152400"/>
                  </a:lnTo>
                  <a:lnTo>
                    <a:pt x="410660" y="146411"/>
                  </a:lnTo>
                  <a:lnTo>
                    <a:pt x="434881" y="130081"/>
                  </a:lnTo>
                  <a:lnTo>
                    <a:pt x="451211" y="105860"/>
                  </a:lnTo>
                  <a:lnTo>
                    <a:pt x="457200" y="76200"/>
                  </a:lnTo>
                  <a:lnTo>
                    <a:pt x="451211" y="46539"/>
                  </a:lnTo>
                  <a:lnTo>
                    <a:pt x="434881" y="22318"/>
                  </a:lnTo>
                  <a:lnTo>
                    <a:pt x="410660" y="5988"/>
                  </a:lnTo>
                  <a:lnTo>
                    <a:pt x="381000" y="0"/>
                  </a:lnTo>
                  <a:close/>
                </a:path>
              </a:pathLst>
            </a:custGeom>
            <a:solidFill>
              <a:srgbClr val="EBFD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87" name="object 1587"/>
            <p:cNvSpPr/>
            <p:nvPr/>
          </p:nvSpPr>
          <p:spPr>
            <a:xfrm>
              <a:off x="876300" y="1523999"/>
              <a:ext cx="457200" cy="152400"/>
            </a:xfrm>
            <a:custGeom>
              <a:avLst/>
              <a:gdLst/>
              <a:ahLst/>
              <a:cxnLst/>
              <a:rect l="l" t="t" r="r" b="b"/>
              <a:pathLst>
                <a:path w="457200" h="152400">
                  <a:moveTo>
                    <a:pt x="76200" y="152400"/>
                  </a:moveTo>
                  <a:lnTo>
                    <a:pt x="381000" y="152400"/>
                  </a:lnTo>
                  <a:lnTo>
                    <a:pt x="410660" y="146411"/>
                  </a:lnTo>
                  <a:lnTo>
                    <a:pt x="434881" y="130081"/>
                  </a:lnTo>
                  <a:lnTo>
                    <a:pt x="451211" y="105860"/>
                  </a:lnTo>
                  <a:lnTo>
                    <a:pt x="457200" y="76200"/>
                  </a:lnTo>
                  <a:lnTo>
                    <a:pt x="451211" y="46539"/>
                  </a:lnTo>
                  <a:lnTo>
                    <a:pt x="434881" y="22318"/>
                  </a:lnTo>
                  <a:lnTo>
                    <a:pt x="410660" y="5988"/>
                  </a:lnTo>
                  <a:lnTo>
                    <a:pt x="381000" y="0"/>
                  </a:lnTo>
                  <a:lnTo>
                    <a:pt x="76200" y="0"/>
                  </a:lnTo>
                  <a:lnTo>
                    <a:pt x="46539" y="5988"/>
                  </a:lnTo>
                  <a:lnTo>
                    <a:pt x="22318" y="22318"/>
                  </a:lnTo>
                  <a:lnTo>
                    <a:pt x="5988" y="46539"/>
                  </a:lnTo>
                  <a:lnTo>
                    <a:pt x="0" y="76200"/>
                  </a:lnTo>
                  <a:lnTo>
                    <a:pt x="5988" y="105860"/>
                  </a:lnTo>
                  <a:lnTo>
                    <a:pt x="22318" y="130081"/>
                  </a:lnTo>
                  <a:lnTo>
                    <a:pt x="46539" y="146411"/>
                  </a:lnTo>
                  <a:lnTo>
                    <a:pt x="76200" y="152400"/>
                  </a:lnTo>
                  <a:close/>
                </a:path>
              </a:pathLst>
            </a:custGeom>
            <a:ln w="6350">
              <a:solidFill>
                <a:srgbClr val="A5F2FB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88" name="object 1588"/>
          <p:cNvSpPr txBox="1"/>
          <p:nvPr/>
        </p:nvSpPr>
        <p:spPr>
          <a:xfrm>
            <a:off x="882650" y="1535300"/>
            <a:ext cx="439420" cy="116839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" spc="-55" dirty="0">
                <a:solidFill>
                  <a:srgbClr val="0890B1"/>
                </a:solidFill>
                <a:latin typeface="Lucida Sans Unicode"/>
                <a:cs typeface="Lucida Sans Unicode"/>
              </a:rPr>
              <a:t>+</a:t>
            </a:r>
            <a:r>
              <a:rPr sz="600" spc="-30" dirty="0">
                <a:solidFill>
                  <a:srgbClr val="0890B1"/>
                </a:solidFill>
                <a:latin typeface="Lucida Sans Unicode"/>
                <a:cs typeface="Lucida Sans Unicode"/>
              </a:rPr>
              <a:t> </a:t>
            </a:r>
            <a:r>
              <a:rPr sz="600" spc="-10" dirty="0">
                <a:solidFill>
                  <a:srgbClr val="0890B1"/>
                </a:solidFill>
                <a:latin typeface="Lucida Sans Unicode"/>
                <a:cs typeface="Lucida Sans Unicode"/>
              </a:rPr>
              <a:t>nouveau</a:t>
            </a:r>
            <a:endParaRPr sz="600" dirty="0">
              <a:latin typeface="Lucida Sans Unicode"/>
              <a:cs typeface="Lucida Sans Unicode"/>
            </a:endParaRPr>
          </a:p>
        </p:txBody>
      </p:sp>
      <p:grpSp>
        <p:nvGrpSpPr>
          <p:cNvPr id="1590" name="Group 1589">
            <a:extLst>
              <a:ext uri="{FF2B5EF4-FFF2-40B4-BE49-F238E27FC236}">
                <a16:creationId xmlns:a16="http://schemas.microsoft.com/office/drawing/2014/main" id="{027EDB70-5F61-1DD9-27A9-98195BFD68DB}"/>
              </a:ext>
            </a:extLst>
          </p:cNvPr>
          <p:cNvGrpSpPr/>
          <p:nvPr/>
        </p:nvGrpSpPr>
        <p:grpSpPr>
          <a:xfrm>
            <a:off x="5212079" y="1349880"/>
            <a:ext cx="2072641" cy="1615440"/>
            <a:chOff x="5212079" y="1349880"/>
            <a:chExt cx="2072641" cy="1615440"/>
          </a:xfrm>
        </p:grpSpPr>
        <p:sp>
          <p:nvSpPr>
            <p:cNvPr id="1048" name="object 1048"/>
            <p:cNvSpPr/>
            <p:nvPr/>
          </p:nvSpPr>
          <p:spPr>
            <a:xfrm>
              <a:off x="5212079" y="29500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49" name="object 1049"/>
            <p:cNvSpPr/>
            <p:nvPr/>
          </p:nvSpPr>
          <p:spPr>
            <a:xfrm>
              <a:off x="5212079" y="27214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0" name="object 1050"/>
            <p:cNvSpPr/>
            <p:nvPr/>
          </p:nvSpPr>
          <p:spPr>
            <a:xfrm>
              <a:off x="5212079" y="24928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1" name="object 1051"/>
            <p:cNvSpPr/>
            <p:nvPr/>
          </p:nvSpPr>
          <p:spPr>
            <a:xfrm>
              <a:off x="5212079" y="22642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2" name="object 1052"/>
            <p:cNvSpPr/>
            <p:nvPr/>
          </p:nvSpPr>
          <p:spPr>
            <a:xfrm>
              <a:off x="5212079" y="20356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3" name="object 1053"/>
            <p:cNvSpPr/>
            <p:nvPr/>
          </p:nvSpPr>
          <p:spPr>
            <a:xfrm>
              <a:off x="5212079" y="18070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4" name="object 1054"/>
            <p:cNvSpPr/>
            <p:nvPr/>
          </p:nvSpPr>
          <p:spPr>
            <a:xfrm>
              <a:off x="5212079" y="15784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40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55" name="object 1055"/>
            <p:cNvSpPr/>
            <p:nvPr/>
          </p:nvSpPr>
          <p:spPr>
            <a:xfrm>
              <a:off x="5212079" y="13498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40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4" name="object 1094"/>
            <p:cNvSpPr/>
            <p:nvPr/>
          </p:nvSpPr>
          <p:spPr>
            <a:xfrm>
              <a:off x="5440679" y="29500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5" name="object 1095"/>
            <p:cNvSpPr/>
            <p:nvPr/>
          </p:nvSpPr>
          <p:spPr>
            <a:xfrm>
              <a:off x="5440679" y="27214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6" name="object 1096"/>
            <p:cNvSpPr/>
            <p:nvPr/>
          </p:nvSpPr>
          <p:spPr>
            <a:xfrm>
              <a:off x="5440679" y="24928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7" name="object 1097"/>
            <p:cNvSpPr/>
            <p:nvPr/>
          </p:nvSpPr>
          <p:spPr>
            <a:xfrm>
              <a:off x="5440679" y="22642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8" name="object 1098"/>
            <p:cNvSpPr/>
            <p:nvPr/>
          </p:nvSpPr>
          <p:spPr>
            <a:xfrm>
              <a:off x="5440679" y="20356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99" name="object 1099"/>
            <p:cNvSpPr/>
            <p:nvPr/>
          </p:nvSpPr>
          <p:spPr>
            <a:xfrm>
              <a:off x="5440679" y="18070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0" name="object 1100"/>
            <p:cNvSpPr/>
            <p:nvPr/>
          </p:nvSpPr>
          <p:spPr>
            <a:xfrm>
              <a:off x="5440679" y="15784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40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01" name="object 1101"/>
            <p:cNvSpPr/>
            <p:nvPr/>
          </p:nvSpPr>
          <p:spPr>
            <a:xfrm>
              <a:off x="5440679" y="13498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40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0" name="object 1140"/>
            <p:cNvSpPr/>
            <p:nvPr/>
          </p:nvSpPr>
          <p:spPr>
            <a:xfrm>
              <a:off x="5669279" y="29500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1" name="object 1141"/>
            <p:cNvSpPr/>
            <p:nvPr/>
          </p:nvSpPr>
          <p:spPr>
            <a:xfrm>
              <a:off x="5669279" y="27214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2" name="object 1142"/>
            <p:cNvSpPr/>
            <p:nvPr/>
          </p:nvSpPr>
          <p:spPr>
            <a:xfrm>
              <a:off x="5669279" y="24928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3" name="object 1143"/>
            <p:cNvSpPr/>
            <p:nvPr/>
          </p:nvSpPr>
          <p:spPr>
            <a:xfrm>
              <a:off x="5669279" y="22642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4" name="object 1144"/>
            <p:cNvSpPr/>
            <p:nvPr/>
          </p:nvSpPr>
          <p:spPr>
            <a:xfrm>
              <a:off x="5669279" y="20356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5" name="object 1145"/>
            <p:cNvSpPr/>
            <p:nvPr/>
          </p:nvSpPr>
          <p:spPr>
            <a:xfrm>
              <a:off x="5669279" y="18070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6" name="object 1146"/>
            <p:cNvSpPr/>
            <p:nvPr/>
          </p:nvSpPr>
          <p:spPr>
            <a:xfrm>
              <a:off x="5669279" y="15784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40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47" name="object 1147"/>
            <p:cNvSpPr/>
            <p:nvPr/>
          </p:nvSpPr>
          <p:spPr>
            <a:xfrm>
              <a:off x="5669279" y="13498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40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6" name="object 1186"/>
            <p:cNvSpPr/>
            <p:nvPr/>
          </p:nvSpPr>
          <p:spPr>
            <a:xfrm>
              <a:off x="5897879" y="29500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7" name="object 1187"/>
            <p:cNvSpPr/>
            <p:nvPr/>
          </p:nvSpPr>
          <p:spPr>
            <a:xfrm>
              <a:off x="5897879" y="27214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8" name="object 1188"/>
            <p:cNvSpPr/>
            <p:nvPr/>
          </p:nvSpPr>
          <p:spPr>
            <a:xfrm>
              <a:off x="5897879" y="24928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89" name="object 1189"/>
            <p:cNvSpPr/>
            <p:nvPr/>
          </p:nvSpPr>
          <p:spPr>
            <a:xfrm>
              <a:off x="5897879" y="22642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0" name="object 1190"/>
            <p:cNvSpPr/>
            <p:nvPr/>
          </p:nvSpPr>
          <p:spPr>
            <a:xfrm>
              <a:off x="5897879" y="20356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1" name="object 1191"/>
            <p:cNvSpPr/>
            <p:nvPr/>
          </p:nvSpPr>
          <p:spPr>
            <a:xfrm>
              <a:off x="5897879" y="18070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2" name="object 1192"/>
            <p:cNvSpPr/>
            <p:nvPr/>
          </p:nvSpPr>
          <p:spPr>
            <a:xfrm>
              <a:off x="5897879" y="15784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40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93" name="object 1193"/>
            <p:cNvSpPr/>
            <p:nvPr/>
          </p:nvSpPr>
          <p:spPr>
            <a:xfrm>
              <a:off x="5897879" y="13498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40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2" name="object 1232"/>
            <p:cNvSpPr/>
            <p:nvPr/>
          </p:nvSpPr>
          <p:spPr>
            <a:xfrm>
              <a:off x="6126479" y="29500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3" name="object 1233"/>
            <p:cNvSpPr/>
            <p:nvPr/>
          </p:nvSpPr>
          <p:spPr>
            <a:xfrm>
              <a:off x="6126479" y="27214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4" name="object 1234"/>
            <p:cNvSpPr/>
            <p:nvPr/>
          </p:nvSpPr>
          <p:spPr>
            <a:xfrm>
              <a:off x="6126479" y="24928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5" name="object 1235"/>
            <p:cNvSpPr/>
            <p:nvPr/>
          </p:nvSpPr>
          <p:spPr>
            <a:xfrm>
              <a:off x="6126479" y="22642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6" name="object 1236"/>
            <p:cNvSpPr/>
            <p:nvPr/>
          </p:nvSpPr>
          <p:spPr>
            <a:xfrm>
              <a:off x="6126479" y="20356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7" name="object 1237"/>
            <p:cNvSpPr/>
            <p:nvPr/>
          </p:nvSpPr>
          <p:spPr>
            <a:xfrm>
              <a:off x="6126479" y="18070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8" name="object 1238"/>
            <p:cNvSpPr/>
            <p:nvPr/>
          </p:nvSpPr>
          <p:spPr>
            <a:xfrm>
              <a:off x="6126479" y="15784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40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39" name="object 1239"/>
            <p:cNvSpPr/>
            <p:nvPr/>
          </p:nvSpPr>
          <p:spPr>
            <a:xfrm>
              <a:off x="6126479" y="13498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40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8" name="object 1278"/>
            <p:cNvSpPr/>
            <p:nvPr/>
          </p:nvSpPr>
          <p:spPr>
            <a:xfrm>
              <a:off x="6355079" y="29500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79" name="object 1279"/>
            <p:cNvSpPr/>
            <p:nvPr/>
          </p:nvSpPr>
          <p:spPr>
            <a:xfrm>
              <a:off x="6355079" y="27214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0" name="object 1280"/>
            <p:cNvSpPr/>
            <p:nvPr/>
          </p:nvSpPr>
          <p:spPr>
            <a:xfrm>
              <a:off x="6355079" y="24928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1" name="object 1281"/>
            <p:cNvSpPr/>
            <p:nvPr/>
          </p:nvSpPr>
          <p:spPr>
            <a:xfrm>
              <a:off x="6355079" y="22642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2" name="object 1282"/>
            <p:cNvSpPr/>
            <p:nvPr/>
          </p:nvSpPr>
          <p:spPr>
            <a:xfrm>
              <a:off x="6355079" y="20356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3" name="object 1283"/>
            <p:cNvSpPr/>
            <p:nvPr/>
          </p:nvSpPr>
          <p:spPr>
            <a:xfrm>
              <a:off x="6355079" y="18070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4" name="object 1284"/>
            <p:cNvSpPr/>
            <p:nvPr/>
          </p:nvSpPr>
          <p:spPr>
            <a:xfrm>
              <a:off x="6355079" y="15784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40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85" name="object 1285"/>
            <p:cNvSpPr/>
            <p:nvPr/>
          </p:nvSpPr>
          <p:spPr>
            <a:xfrm>
              <a:off x="6355079" y="13498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39" h="15240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4" name="object 1324"/>
            <p:cNvSpPr/>
            <p:nvPr/>
          </p:nvSpPr>
          <p:spPr>
            <a:xfrm>
              <a:off x="6583680" y="29500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5" name="object 1325"/>
            <p:cNvSpPr/>
            <p:nvPr/>
          </p:nvSpPr>
          <p:spPr>
            <a:xfrm>
              <a:off x="6583680" y="27214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6" name="object 1326"/>
            <p:cNvSpPr/>
            <p:nvPr/>
          </p:nvSpPr>
          <p:spPr>
            <a:xfrm>
              <a:off x="6583680" y="24928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7" name="object 1327"/>
            <p:cNvSpPr/>
            <p:nvPr/>
          </p:nvSpPr>
          <p:spPr>
            <a:xfrm>
              <a:off x="6583680" y="22642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8" name="object 1328"/>
            <p:cNvSpPr/>
            <p:nvPr/>
          </p:nvSpPr>
          <p:spPr>
            <a:xfrm>
              <a:off x="6583680" y="20356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29" name="object 1329"/>
            <p:cNvSpPr/>
            <p:nvPr/>
          </p:nvSpPr>
          <p:spPr>
            <a:xfrm>
              <a:off x="6583680" y="18070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0" name="object 1330"/>
            <p:cNvSpPr/>
            <p:nvPr/>
          </p:nvSpPr>
          <p:spPr>
            <a:xfrm>
              <a:off x="6583680" y="15784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40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31" name="object 1331"/>
            <p:cNvSpPr/>
            <p:nvPr/>
          </p:nvSpPr>
          <p:spPr>
            <a:xfrm>
              <a:off x="6583680" y="13498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40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0" name="object 1370"/>
            <p:cNvSpPr/>
            <p:nvPr/>
          </p:nvSpPr>
          <p:spPr>
            <a:xfrm>
              <a:off x="6812280" y="29500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1" name="object 1371"/>
            <p:cNvSpPr/>
            <p:nvPr/>
          </p:nvSpPr>
          <p:spPr>
            <a:xfrm>
              <a:off x="6812280" y="27214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2" name="object 1372"/>
            <p:cNvSpPr/>
            <p:nvPr/>
          </p:nvSpPr>
          <p:spPr>
            <a:xfrm>
              <a:off x="6812280" y="24928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3" name="object 1373"/>
            <p:cNvSpPr/>
            <p:nvPr/>
          </p:nvSpPr>
          <p:spPr>
            <a:xfrm>
              <a:off x="6812280" y="22642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4" name="object 1374"/>
            <p:cNvSpPr/>
            <p:nvPr/>
          </p:nvSpPr>
          <p:spPr>
            <a:xfrm>
              <a:off x="6812280" y="20356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5" name="object 1375"/>
            <p:cNvSpPr/>
            <p:nvPr/>
          </p:nvSpPr>
          <p:spPr>
            <a:xfrm>
              <a:off x="6812280" y="18070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6" name="object 1376"/>
            <p:cNvSpPr/>
            <p:nvPr/>
          </p:nvSpPr>
          <p:spPr>
            <a:xfrm>
              <a:off x="6812280" y="15784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40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77" name="object 1377"/>
            <p:cNvSpPr/>
            <p:nvPr/>
          </p:nvSpPr>
          <p:spPr>
            <a:xfrm>
              <a:off x="6812280" y="13498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40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6" name="object 1416"/>
            <p:cNvSpPr/>
            <p:nvPr/>
          </p:nvSpPr>
          <p:spPr>
            <a:xfrm>
              <a:off x="7040880" y="29500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7" name="object 1417"/>
            <p:cNvSpPr/>
            <p:nvPr/>
          </p:nvSpPr>
          <p:spPr>
            <a:xfrm>
              <a:off x="7040880" y="27214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8" name="object 1418"/>
            <p:cNvSpPr/>
            <p:nvPr/>
          </p:nvSpPr>
          <p:spPr>
            <a:xfrm>
              <a:off x="7040880" y="24928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19" name="object 1419"/>
            <p:cNvSpPr/>
            <p:nvPr/>
          </p:nvSpPr>
          <p:spPr>
            <a:xfrm>
              <a:off x="7040880" y="22642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0" name="object 1420"/>
            <p:cNvSpPr/>
            <p:nvPr/>
          </p:nvSpPr>
          <p:spPr>
            <a:xfrm>
              <a:off x="7040880" y="20356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1" name="object 1421"/>
            <p:cNvSpPr/>
            <p:nvPr/>
          </p:nvSpPr>
          <p:spPr>
            <a:xfrm>
              <a:off x="7040880" y="18070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2" name="object 1422"/>
            <p:cNvSpPr/>
            <p:nvPr/>
          </p:nvSpPr>
          <p:spPr>
            <a:xfrm>
              <a:off x="7040880" y="15784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40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23" name="object 1423"/>
            <p:cNvSpPr/>
            <p:nvPr/>
          </p:nvSpPr>
          <p:spPr>
            <a:xfrm>
              <a:off x="7040880" y="13498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40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2" name="object 1462"/>
            <p:cNvSpPr/>
            <p:nvPr/>
          </p:nvSpPr>
          <p:spPr>
            <a:xfrm>
              <a:off x="7269480" y="29500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3" name="object 1463"/>
            <p:cNvSpPr/>
            <p:nvPr/>
          </p:nvSpPr>
          <p:spPr>
            <a:xfrm>
              <a:off x="7269480" y="27214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4" name="object 1464"/>
            <p:cNvSpPr/>
            <p:nvPr/>
          </p:nvSpPr>
          <p:spPr>
            <a:xfrm>
              <a:off x="7269480" y="24928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5" name="object 1465"/>
            <p:cNvSpPr/>
            <p:nvPr/>
          </p:nvSpPr>
          <p:spPr>
            <a:xfrm>
              <a:off x="7269480" y="22642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6" name="object 1466"/>
            <p:cNvSpPr/>
            <p:nvPr/>
          </p:nvSpPr>
          <p:spPr>
            <a:xfrm>
              <a:off x="7269480" y="20356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7" name="object 1467"/>
            <p:cNvSpPr/>
            <p:nvPr/>
          </p:nvSpPr>
          <p:spPr>
            <a:xfrm>
              <a:off x="7269480" y="18070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39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8" name="object 1468"/>
            <p:cNvSpPr/>
            <p:nvPr/>
          </p:nvSpPr>
          <p:spPr>
            <a:xfrm>
              <a:off x="7269480" y="15784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40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69" name="object 1469"/>
            <p:cNvSpPr/>
            <p:nvPr/>
          </p:nvSpPr>
          <p:spPr>
            <a:xfrm>
              <a:off x="7269480" y="1349880"/>
              <a:ext cx="15240" cy="15240"/>
            </a:xfrm>
            <a:custGeom>
              <a:avLst/>
              <a:gdLst/>
              <a:ahLst/>
              <a:cxnLst/>
              <a:rect l="l" t="t" r="r" b="b"/>
              <a:pathLst>
                <a:path w="15240" h="15240">
                  <a:moveTo>
                    <a:pt x="11828" y="0"/>
                  </a:moveTo>
                  <a:lnTo>
                    <a:pt x="3411" y="0"/>
                  </a:lnTo>
                  <a:lnTo>
                    <a:pt x="0" y="3411"/>
                  </a:lnTo>
                  <a:lnTo>
                    <a:pt x="0" y="11828"/>
                  </a:lnTo>
                  <a:lnTo>
                    <a:pt x="3411" y="15240"/>
                  </a:lnTo>
                  <a:lnTo>
                    <a:pt x="11828" y="15240"/>
                  </a:lnTo>
                  <a:lnTo>
                    <a:pt x="15240" y="11828"/>
                  </a:lnTo>
                  <a:lnTo>
                    <a:pt x="15240" y="7620"/>
                  </a:lnTo>
                  <a:lnTo>
                    <a:pt x="15240" y="3411"/>
                  </a:lnTo>
                  <a:lnTo>
                    <a:pt x="11828" y="0"/>
                  </a:lnTo>
                  <a:close/>
                </a:path>
              </a:pathLst>
            </a:custGeom>
            <a:solidFill>
              <a:srgbClr val="DDE1E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grpSp>
          <p:nvGrpSpPr>
            <p:cNvPr id="1504" name="object 1504"/>
            <p:cNvGrpSpPr/>
            <p:nvPr/>
          </p:nvGrpSpPr>
          <p:grpSpPr>
            <a:xfrm>
              <a:off x="5235419" y="1582419"/>
              <a:ext cx="1998980" cy="1363980"/>
              <a:chOff x="5235419" y="1582419"/>
              <a:chExt cx="1998980" cy="1363980"/>
            </a:xfrm>
          </p:grpSpPr>
          <p:sp>
            <p:nvSpPr>
              <p:cNvPr id="1505" name="object 1505"/>
              <p:cNvSpPr/>
              <p:nvPr/>
            </p:nvSpPr>
            <p:spPr>
              <a:xfrm>
                <a:off x="5265899" y="1612899"/>
                <a:ext cx="1968500" cy="1333500"/>
              </a:xfrm>
              <a:custGeom>
                <a:avLst/>
                <a:gdLst/>
                <a:ahLst/>
                <a:cxnLst/>
                <a:rect l="l" t="t" r="r" b="b"/>
                <a:pathLst>
                  <a:path w="1968500" h="1333500">
                    <a:moveTo>
                      <a:pt x="1866899" y="0"/>
                    </a:moveTo>
                    <a:lnTo>
                      <a:pt x="101600" y="0"/>
                    </a:lnTo>
                    <a:lnTo>
                      <a:pt x="62052" y="7984"/>
                    </a:lnTo>
                    <a:lnTo>
                      <a:pt x="29757" y="29758"/>
                    </a:lnTo>
                    <a:lnTo>
                      <a:pt x="7984" y="62053"/>
                    </a:lnTo>
                    <a:lnTo>
                      <a:pt x="0" y="101600"/>
                    </a:lnTo>
                    <a:lnTo>
                      <a:pt x="0" y="1231900"/>
                    </a:lnTo>
                    <a:lnTo>
                      <a:pt x="7984" y="1271447"/>
                    </a:lnTo>
                    <a:lnTo>
                      <a:pt x="29757" y="1303742"/>
                    </a:lnTo>
                    <a:lnTo>
                      <a:pt x="62052" y="1325515"/>
                    </a:lnTo>
                    <a:lnTo>
                      <a:pt x="101600" y="1333500"/>
                    </a:lnTo>
                    <a:lnTo>
                      <a:pt x="1866899" y="1333500"/>
                    </a:lnTo>
                    <a:lnTo>
                      <a:pt x="1906447" y="1325515"/>
                    </a:lnTo>
                    <a:lnTo>
                      <a:pt x="1938742" y="1303742"/>
                    </a:lnTo>
                    <a:lnTo>
                      <a:pt x="1960515" y="1271447"/>
                    </a:lnTo>
                    <a:lnTo>
                      <a:pt x="1968499" y="1231900"/>
                    </a:lnTo>
                    <a:lnTo>
                      <a:pt x="1968499" y="101600"/>
                    </a:lnTo>
                    <a:lnTo>
                      <a:pt x="1960515" y="62053"/>
                    </a:lnTo>
                    <a:lnTo>
                      <a:pt x="1938742" y="29758"/>
                    </a:lnTo>
                    <a:lnTo>
                      <a:pt x="1906447" y="7984"/>
                    </a:lnTo>
                    <a:lnTo>
                      <a:pt x="1866899" y="0"/>
                    </a:lnTo>
                    <a:close/>
                  </a:path>
                </a:pathLst>
              </a:custGeom>
              <a:solidFill>
                <a:srgbClr val="00000A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06" name="object 1506"/>
              <p:cNvSpPr/>
              <p:nvPr/>
            </p:nvSpPr>
            <p:spPr>
              <a:xfrm>
                <a:off x="5240499" y="1587499"/>
                <a:ext cx="1968500" cy="1333500"/>
              </a:xfrm>
              <a:custGeom>
                <a:avLst/>
                <a:gdLst/>
                <a:ahLst/>
                <a:cxnLst/>
                <a:rect l="l" t="t" r="r" b="b"/>
                <a:pathLst>
                  <a:path w="1968500" h="1333500">
                    <a:moveTo>
                      <a:pt x="1866899" y="0"/>
                    </a:moveTo>
                    <a:lnTo>
                      <a:pt x="101600" y="0"/>
                    </a:lnTo>
                    <a:lnTo>
                      <a:pt x="62052" y="7984"/>
                    </a:lnTo>
                    <a:lnTo>
                      <a:pt x="29757" y="29758"/>
                    </a:lnTo>
                    <a:lnTo>
                      <a:pt x="7984" y="62053"/>
                    </a:lnTo>
                    <a:lnTo>
                      <a:pt x="0" y="101600"/>
                    </a:lnTo>
                    <a:lnTo>
                      <a:pt x="0" y="1231900"/>
                    </a:lnTo>
                    <a:lnTo>
                      <a:pt x="7984" y="1271447"/>
                    </a:lnTo>
                    <a:lnTo>
                      <a:pt x="29757" y="1303742"/>
                    </a:lnTo>
                    <a:lnTo>
                      <a:pt x="62052" y="1325515"/>
                    </a:lnTo>
                    <a:lnTo>
                      <a:pt x="101600" y="1333500"/>
                    </a:lnTo>
                    <a:lnTo>
                      <a:pt x="1866899" y="1333500"/>
                    </a:lnTo>
                    <a:lnTo>
                      <a:pt x="1906447" y="1325515"/>
                    </a:lnTo>
                    <a:lnTo>
                      <a:pt x="1938742" y="1303742"/>
                    </a:lnTo>
                    <a:lnTo>
                      <a:pt x="1960515" y="1271447"/>
                    </a:lnTo>
                    <a:lnTo>
                      <a:pt x="1968499" y="1231900"/>
                    </a:lnTo>
                    <a:lnTo>
                      <a:pt x="1968499" y="101600"/>
                    </a:lnTo>
                    <a:lnTo>
                      <a:pt x="1960515" y="62053"/>
                    </a:lnTo>
                    <a:lnTo>
                      <a:pt x="1938742" y="29758"/>
                    </a:lnTo>
                    <a:lnTo>
                      <a:pt x="1906447" y="7984"/>
                    </a:lnTo>
                    <a:lnTo>
                      <a:pt x="1866899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07" name="object 1507"/>
              <p:cNvSpPr/>
              <p:nvPr/>
            </p:nvSpPr>
            <p:spPr>
              <a:xfrm>
                <a:off x="5240499" y="1587499"/>
                <a:ext cx="1968500" cy="1333500"/>
              </a:xfrm>
              <a:custGeom>
                <a:avLst/>
                <a:gdLst/>
                <a:ahLst/>
                <a:cxnLst/>
                <a:rect l="l" t="t" r="r" b="b"/>
                <a:pathLst>
                  <a:path w="1968500" h="1333500">
                    <a:moveTo>
                      <a:pt x="101600" y="1333500"/>
                    </a:moveTo>
                    <a:lnTo>
                      <a:pt x="1866899" y="1333500"/>
                    </a:lnTo>
                    <a:lnTo>
                      <a:pt x="1906447" y="1325515"/>
                    </a:lnTo>
                    <a:lnTo>
                      <a:pt x="1938742" y="1303742"/>
                    </a:lnTo>
                    <a:lnTo>
                      <a:pt x="1960515" y="1271447"/>
                    </a:lnTo>
                    <a:lnTo>
                      <a:pt x="1968499" y="1231900"/>
                    </a:lnTo>
                    <a:lnTo>
                      <a:pt x="1968499" y="101600"/>
                    </a:lnTo>
                    <a:lnTo>
                      <a:pt x="1960515" y="62053"/>
                    </a:lnTo>
                    <a:lnTo>
                      <a:pt x="1938742" y="29758"/>
                    </a:lnTo>
                    <a:lnTo>
                      <a:pt x="1906447" y="7984"/>
                    </a:lnTo>
                    <a:lnTo>
                      <a:pt x="1866899" y="0"/>
                    </a:lnTo>
                    <a:lnTo>
                      <a:pt x="101600" y="0"/>
                    </a:lnTo>
                    <a:lnTo>
                      <a:pt x="62052" y="7984"/>
                    </a:lnTo>
                    <a:lnTo>
                      <a:pt x="29757" y="29758"/>
                    </a:lnTo>
                    <a:lnTo>
                      <a:pt x="7984" y="62053"/>
                    </a:lnTo>
                    <a:lnTo>
                      <a:pt x="0" y="101600"/>
                    </a:lnTo>
                    <a:lnTo>
                      <a:pt x="0" y="1231900"/>
                    </a:lnTo>
                    <a:lnTo>
                      <a:pt x="7984" y="1271447"/>
                    </a:lnTo>
                    <a:lnTo>
                      <a:pt x="29757" y="1303742"/>
                    </a:lnTo>
                    <a:lnTo>
                      <a:pt x="62052" y="1325515"/>
                    </a:lnTo>
                    <a:lnTo>
                      <a:pt x="101600" y="1333500"/>
                    </a:lnTo>
                    <a:close/>
                  </a:path>
                </a:pathLst>
              </a:custGeom>
              <a:ln w="10159">
                <a:solidFill>
                  <a:srgbClr val="E2E4E9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08" name="object 1508"/>
              <p:cNvSpPr/>
              <p:nvPr/>
            </p:nvSpPr>
            <p:spPr>
              <a:xfrm>
                <a:off x="5240499" y="1587499"/>
                <a:ext cx="1968500" cy="355600"/>
              </a:xfrm>
              <a:custGeom>
                <a:avLst/>
                <a:gdLst/>
                <a:ahLst/>
                <a:cxnLst/>
                <a:rect l="l" t="t" r="r" b="b"/>
                <a:pathLst>
                  <a:path w="1968500" h="355600">
                    <a:moveTo>
                      <a:pt x="1866899" y="0"/>
                    </a:moveTo>
                    <a:lnTo>
                      <a:pt x="101600" y="0"/>
                    </a:lnTo>
                    <a:lnTo>
                      <a:pt x="62052" y="7984"/>
                    </a:lnTo>
                    <a:lnTo>
                      <a:pt x="29757" y="29758"/>
                    </a:lnTo>
                    <a:lnTo>
                      <a:pt x="7984" y="62053"/>
                    </a:lnTo>
                    <a:lnTo>
                      <a:pt x="0" y="101600"/>
                    </a:lnTo>
                    <a:lnTo>
                      <a:pt x="0" y="254000"/>
                    </a:lnTo>
                    <a:lnTo>
                      <a:pt x="7984" y="293547"/>
                    </a:lnTo>
                    <a:lnTo>
                      <a:pt x="29757" y="325842"/>
                    </a:lnTo>
                    <a:lnTo>
                      <a:pt x="62052" y="347615"/>
                    </a:lnTo>
                    <a:lnTo>
                      <a:pt x="101600" y="355600"/>
                    </a:lnTo>
                    <a:lnTo>
                      <a:pt x="1866899" y="355600"/>
                    </a:lnTo>
                    <a:lnTo>
                      <a:pt x="1906447" y="347615"/>
                    </a:lnTo>
                    <a:lnTo>
                      <a:pt x="1938742" y="325842"/>
                    </a:lnTo>
                    <a:lnTo>
                      <a:pt x="1960515" y="293547"/>
                    </a:lnTo>
                    <a:lnTo>
                      <a:pt x="1968499" y="254000"/>
                    </a:lnTo>
                    <a:lnTo>
                      <a:pt x="1968499" y="101600"/>
                    </a:lnTo>
                    <a:lnTo>
                      <a:pt x="1960515" y="62053"/>
                    </a:lnTo>
                    <a:lnTo>
                      <a:pt x="1938742" y="29758"/>
                    </a:lnTo>
                    <a:lnTo>
                      <a:pt x="1906447" y="7984"/>
                    </a:lnTo>
                    <a:lnTo>
                      <a:pt x="1866899" y="0"/>
                    </a:lnTo>
                    <a:close/>
                  </a:path>
                </a:pathLst>
              </a:custGeom>
              <a:solidFill>
                <a:srgbClr val="F4F2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09" name="object 1509"/>
              <p:cNvSpPr/>
              <p:nvPr/>
            </p:nvSpPr>
            <p:spPr>
              <a:xfrm>
                <a:off x="5240499" y="1765299"/>
                <a:ext cx="1968500" cy="177800"/>
              </a:xfrm>
              <a:custGeom>
                <a:avLst/>
                <a:gdLst/>
                <a:ahLst/>
                <a:cxnLst/>
                <a:rect l="l" t="t" r="r" b="b"/>
                <a:pathLst>
                  <a:path w="1968500" h="177800">
                    <a:moveTo>
                      <a:pt x="1968499" y="0"/>
                    </a:moveTo>
                    <a:lnTo>
                      <a:pt x="0" y="0"/>
                    </a:lnTo>
                    <a:lnTo>
                      <a:pt x="0" y="177800"/>
                    </a:lnTo>
                    <a:lnTo>
                      <a:pt x="1968499" y="177800"/>
                    </a:lnTo>
                    <a:lnTo>
                      <a:pt x="1968499" y="0"/>
                    </a:lnTo>
                    <a:close/>
                  </a:path>
                </a:pathLst>
              </a:custGeom>
              <a:solidFill>
                <a:srgbClr val="F4F2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10" name="object 1510"/>
              <p:cNvSpPr/>
              <p:nvPr/>
            </p:nvSpPr>
            <p:spPr>
              <a:xfrm>
                <a:off x="5240499" y="1587499"/>
                <a:ext cx="1968500" cy="355600"/>
              </a:xfrm>
              <a:custGeom>
                <a:avLst/>
                <a:gdLst/>
                <a:ahLst/>
                <a:cxnLst/>
                <a:rect l="l" t="t" r="r" b="b"/>
                <a:pathLst>
                  <a:path w="1968500" h="355600">
                    <a:moveTo>
                      <a:pt x="1866899" y="0"/>
                    </a:moveTo>
                    <a:lnTo>
                      <a:pt x="101600" y="0"/>
                    </a:lnTo>
                    <a:lnTo>
                      <a:pt x="62052" y="7984"/>
                    </a:lnTo>
                    <a:lnTo>
                      <a:pt x="29757" y="29758"/>
                    </a:lnTo>
                    <a:lnTo>
                      <a:pt x="7984" y="62053"/>
                    </a:lnTo>
                    <a:lnTo>
                      <a:pt x="0" y="101600"/>
                    </a:lnTo>
                    <a:lnTo>
                      <a:pt x="0" y="254000"/>
                    </a:lnTo>
                    <a:lnTo>
                      <a:pt x="7984" y="293547"/>
                    </a:lnTo>
                    <a:lnTo>
                      <a:pt x="29757" y="325842"/>
                    </a:lnTo>
                    <a:lnTo>
                      <a:pt x="62052" y="347615"/>
                    </a:lnTo>
                    <a:lnTo>
                      <a:pt x="101600" y="355600"/>
                    </a:lnTo>
                    <a:lnTo>
                      <a:pt x="1866899" y="355600"/>
                    </a:lnTo>
                    <a:lnTo>
                      <a:pt x="1906447" y="347615"/>
                    </a:lnTo>
                    <a:lnTo>
                      <a:pt x="1938742" y="325842"/>
                    </a:lnTo>
                    <a:lnTo>
                      <a:pt x="1960515" y="293547"/>
                    </a:lnTo>
                    <a:lnTo>
                      <a:pt x="1968499" y="254000"/>
                    </a:lnTo>
                    <a:lnTo>
                      <a:pt x="1968499" y="101600"/>
                    </a:lnTo>
                    <a:lnTo>
                      <a:pt x="1960515" y="62053"/>
                    </a:lnTo>
                    <a:lnTo>
                      <a:pt x="1938742" y="29758"/>
                    </a:lnTo>
                    <a:lnTo>
                      <a:pt x="1906447" y="7984"/>
                    </a:lnTo>
                    <a:lnTo>
                      <a:pt x="1866899" y="0"/>
                    </a:lnTo>
                    <a:close/>
                  </a:path>
                </a:pathLst>
              </a:custGeom>
              <a:solidFill>
                <a:srgbClr val="F4F2FF"/>
              </a:solidFill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  <p:sp>
            <p:nvSpPr>
              <p:cNvPr id="1511" name="object 1511"/>
              <p:cNvSpPr/>
              <p:nvPr/>
            </p:nvSpPr>
            <p:spPr>
              <a:xfrm>
                <a:off x="5240499" y="1943099"/>
                <a:ext cx="1968500" cy="0"/>
              </a:xfrm>
              <a:custGeom>
                <a:avLst/>
                <a:gdLst/>
                <a:ahLst/>
                <a:cxnLst/>
                <a:rect l="l" t="t" r="r" b="b"/>
                <a:pathLst>
                  <a:path w="1968500">
                    <a:moveTo>
                      <a:pt x="0" y="0"/>
                    </a:moveTo>
                    <a:lnTo>
                      <a:pt x="1968499" y="0"/>
                    </a:lnTo>
                  </a:path>
                </a:pathLst>
              </a:custGeom>
              <a:ln w="7620">
                <a:solidFill>
                  <a:srgbClr val="DDD6FD"/>
                </a:solidFill>
              </a:ln>
            </p:spPr>
            <p:txBody>
              <a:bodyPr wrap="square" lIns="0" tIns="0" rIns="0" bIns="0" rtlCol="0"/>
              <a:lstStyle/>
              <a:p>
                <a:endParaRPr/>
              </a:p>
            </p:txBody>
          </p:sp>
        </p:grpSp>
        <p:sp>
          <p:nvSpPr>
            <p:cNvPr id="1512" name="object 1512"/>
            <p:cNvSpPr txBox="1"/>
            <p:nvPr/>
          </p:nvSpPr>
          <p:spPr>
            <a:xfrm>
              <a:off x="5758622" y="1676400"/>
              <a:ext cx="932815" cy="16256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900" spc="-20" dirty="0">
                  <a:solidFill>
                    <a:srgbClr val="7C3AED"/>
                  </a:solidFill>
                  <a:latin typeface="Arial Black"/>
                  <a:cs typeface="Arial Black"/>
                </a:rPr>
                <a:t>Administrateur</a:t>
              </a:r>
              <a:endParaRPr sz="900">
                <a:latin typeface="Arial Black"/>
                <a:cs typeface="Arial Black"/>
              </a:endParaRPr>
            </a:p>
          </p:txBody>
        </p:sp>
        <p:sp>
          <p:nvSpPr>
            <p:cNvPr id="1513" name="object 1513"/>
            <p:cNvSpPr txBox="1"/>
            <p:nvPr/>
          </p:nvSpPr>
          <p:spPr>
            <a:xfrm>
              <a:off x="5227799" y="2063750"/>
              <a:ext cx="2016125" cy="279400"/>
            </a:xfrm>
            <a:prstGeom prst="rect">
              <a:avLst/>
            </a:prstGeom>
          </p:spPr>
          <p:txBody>
            <a:bodyPr vert="horz" wrap="square" lIns="0" tIns="25400" rIns="0" bIns="0" rtlCol="0">
              <a:spAutoFit/>
            </a:bodyPr>
            <a:lstStyle/>
            <a:p>
              <a:pPr marL="114300">
                <a:lnSpc>
                  <a:spcPct val="100000"/>
                </a:lnSpc>
                <a:spcBef>
                  <a:spcPts val="200"/>
                </a:spcBef>
              </a:pPr>
              <a:r>
                <a:rPr sz="750" dirty="0">
                  <a:solidFill>
                    <a:srgbClr val="111826"/>
                  </a:solidFill>
                  <a:latin typeface="Lucida Sans Unicode"/>
                  <a:cs typeface="Lucida Sans Unicode"/>
                </a:rPr>
                <a:t>+niveauAcces</a:t>
              </a:r>
              <a:r>
                <a:rPr sz="750" spc="85" dirty="0">
                  <a:solidFill>
                    <a:srgbClr val="111826"/>
                  </a:solidFill>
                  <a:latin typeface="Lucida Sans Unicode"/>
                  <a:cs typeface="Lucida Sans Unicode"/>
                </a:rPr>
                <a:t> </a:t>
              </a:r>
              <a:r>
                <a:rPr sz="750" spc="-85" dirty="0">
                  <a:solidFill>
                    <a:srgbClr val="111826"/>
                  </a:solidFill>
                  <a:latin typeface="Lucida Sans Unicode"/>
                  <a:cs typeface="Lucida Sans Unicode"/>
                </a:rPr>
                <a:t>:</a:t>
              </a:r>
              <a:r>
                <a:rPr sz="750" spc="90" dirty="0">
                  <a:solidFill>
                    <a:srgbClr val="111826"/>
                  </a:solidFill>
                  <a:latin typeface="Lucida Sans Unicode"/>
                  <a:cs typeface="Lucida Sans Unicode"/>
                </a:rPr>
                <a:t> </a:t>
              </a:r>
              <a:r>
                <a:rPr sz="750" spc="-10" dirty="0">
                  <a:solidFill>
                    <a:srgbClr val="111826"/>
                  </a:solidFill>
                  <a:latin typeface="Lucida Sans Unicode"/>
                  <a:cs typeface="Lucida Sans Unicode"/>
                </a:rPr>
                <a:t>Integer</a:t>
              </a:r>
              <a:endParaRPr sz="750" dirty="0">
                <a:latin typeface="Lucida Sans Unicode"/>
                <a:cs typeface="Lucida Sans Unicode"/>
              </a:endParaRPr>
            </a:p>
            <a:p>
              <a:pPr marL="12700">
                <a:lnSpc>
                  <a:spcPct val="100000"/>
                </a:lnSpc>
                <a:spcBef>
                  <a:spcPts val="100"/>
                </a:spcBef>
                <a:tabLst>
                  <a:tab pos="2002789" algn="l"/>
                </a:tabLst>
              </a:pPr>
              <a:r>
                <a:rPr sz="750" u="sng" dirty="0">
                  <a:solidFill>
                    <a:srgbClr val="111826"/>
                  </a:solidFill>
                  <a:uFill>
                    <a:solidFill>
                      <a:srgbClr val="E2E4E9"/>
                    </a:solidFill>
                  </a:uFill>
                  <a:latin typeface="Lucida Sans Unicode"/>
                  <a:cs typeface="Lucida Sans Unicode"/>
                </a:rPr>
                <a:t>	</a:t>
              </a:r>
              <a:endParaRPr sz="750" dirty="0">
                <a:latin typeface="Lucida Sans Unicode"/>
                <a:cs typeface="Lucida Sans Unicode"/>
              </a:endParaRPr>
            </a:p>
          </p:txBody>
        </p:sp>
        <p:sp>
          <p:nvSpPr>
            <p:cNvPr id="1514" name="object 1514"/>
            <p:cNvSpPr txBox="1"/>
            <p:nvPr/>
          </p:nvSpPr>
          <p:spPr>
            <a:xfrm>
              <a:off x="5329399" y="2470150"/>
              <a:ext cx="1207135" cy="330200"/>
            </a:xfrm>
            <a:prstGeom prst="rect">
              <a:avLst/>
            </a:prstGeom>
          </p:spPr>
          <p:txBody>
            <a:bodyPr vert="horz" wrap="square" lIns="0" tIns="12700" rIns="0" bIns="0" rtlCol="0">
              <a:spAutoFit/>
            </a:bodyPr>
            <a:lstStyle/>
            <a:p>
              <a:pPr marL="12700">
                <a:lnSpc>
                  <a:spcPct val="100000"/>
                </a:lnSpc>
                <a:spcBef>
                  <a:spcPts val="100"/>
                </a:spcBef>
              </a:pPr>
              <a:r>
                <a:rPr sz="750" spc="-10" dirty="0">
                  <a:solidFill>
                    <a:srgbClr val="2462EB"/>
                  </a:solidFill>
                  <a:latin typeface="Lucida Sans Unicode"/>
                  <a:cs typeface="Lucida Sans Unicode"/>
                </a:rPr>
                <a:t>+validerCompte(userId)</a:t>
              </a:r>
              <a:endParaRPr sz="750">
                <a:latin typeface="Lucida Sans Unicode"/>
                <a:cs typeface="Lucida Sans Unicode"/>
              </a:endParaRPr>
            </a:p>
            <a:p>
              <a:pPr marL="12700">
                <a:lnSpc>
                  <a:spcPct val="100000"/>
                </a:lnSpc>
                <a:spcBef>
                  <a:spcPts val="600"/>
                </a:spcBef>
              </a:pPr>
              <a:r>
                <a:rPr sz="750" spc="-10" dirty="0">
                  <a:solidFill>
                    <a:srgbClr val="2462EB"/>
                  </a:solidFill>
                  <a:latin typeface="Lucida Sans Unicode"/>
                  <a:cs typeface="Lucida Sans Unicode"/>
                </a:rPr>
                <a:t>+gererRoles()</a:t>
              </a:r>
              <a:endParaRPr sz="750">
                <a:latin typeface="Lucida Sans Unicode"/>
                <a:cs typeface="Lucida Sans Unicode"/>
              </a:endParaRPr>
            </a:p>
          </p:txBody>
        </p:sp>
      </p:grpSp>
    </p:spTree>
  </p:cSld>
  <p:clrMapOvr>
    <a:masterClrMapping/>
  </p:clrMapOvr>
  <p:transition>
    <p:cut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</TotalTime>
  <Words>175</Words>
  <Application>Microsoft Macintosh PowerPoint</Application>
  <PresentationFormat>Custom</PresentationFormat>
  <Paragraphs>63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 Black</vt:lpstr>
      <vt:lpstr>Calibri</vt:lpstr>
      <vt:lpstr>Lucida Sans Unicode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untitled</dc:title>
  <dc:subject>unspecified</dc:subject>
  <dc:creator>anonymous</dc:creator>
  <cp:lastModifiedBy>HIBA DHAOUI</cp:lastModifiedBy>
  <cp:revision>2</cp:revision>
  <dcterms:created xsi:type="dcterms:W3CDTF">2026-06-02T07:05:20Z</dcterms:created>
  <dcterms:modified xsi:type="dcterms:W3CDTF">2026-06-02T07:16:20Z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2026-06-01T00:00:00Z</vt:filetime>
  </property>
  <property fmtid="{D5CDD505-2E9C-101B-9397-08002B2CF9AE}" pid="3" name="Creator">
    <vt:lpwstr>anonymous</vt:lpwstr>
  </property>
  <property fmtid="{D5CDD505-2E9C-101B-9397-08002B2CF9AE}" pid="4" name="LastSaved">
    <vt:filetime>2026-06-02T00:00:00Z</vt:filetime>
  </property>
  <property fmtid="{D5CDD505-2E9C-101B-9397-08002B2CF9AE}" pid="5" name="Producer">
    <vt:lpwstr>ReportLab PDF Library - (opensource)</vt:lpwstr>
  </property>
</Properties>
</file>